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2"/>
  </p:notesMasterIdLst>
  <p:handoutMasterIdLst>
    <p:handoutMasterId r:id="rId13"/>
  </p:handoutMasterIdLst>
  <p:sldIdLst>
    <p:sldId id="300" r:id="rId5"/>
    <p:sldId id="301" r:id="rId6"/>
    <p:sldId id="303" r:id="rId7"/>
    <p:sldId id="302" r:id="rId8"/>
    <p:sldId id="304" r:id="rId9"/>
    <p:sldId id="311" r:id="rId10"/>
    <p:sldId id="31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C083E6E3-FA7D-4D7B-A595-EF9225AFEA82}">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82"/>
  </p:normalViewPr>
  <p:slideViewPr>
    <p:cSldViewPr snapToGrid="0">
      <p:cViewPr varScale="1">
        <p:scale>
          <a:sx n="78" d="100"/>
          <a:sy n="78" d="100"/>
        </p:scale>
        <p:origin x="878" y="77"/>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F4712B4-1AE0-734B-BD0B-ED5EB8FC3B80}" type="datetime1">
              <a:rPr lang="en-US" smtClean="0"/>
              <a:t>11/4/2025</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dirty="0"/>
              <a:t>Add footer</a:t>
            </a:r>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709567-0710-7949-BFB0-34B4188750EB}" type="datetime1">
              <a:rPr lang="en-US" noProof="0" smtClean="0"/>
              <a:t>11/4/2025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noProof="0" dirty="0"/>
              <a:t>Add footer</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4"/>
          </p:nvPr>
        </p:nvSpPr>
        <p:spPr/>
        <p:txBody>
          <a:bodyPr/>
          <a:lstStyle/>
          <a:p>
            <a:r>
              <a:rPr lang="en-US" noProof="0"/>
              <a:t>Add footer</a:t>
            </a:r>
            <a:endParaRPr lang="en-US" noProof="0" dirty="0"/>
          </a:p>
        </p:txBody>
      </p:sp>
      <p:sp>
        <p:nvSpPr>
          <p:cNvPr id="5" name="Slide Number Placeholder 4"/>
          <p:cNvSpPr>
            <a:spLocks noGrp="1"/>
          </p:cNvSpPr>
          <p:nvPr>
            <p:ph type="sldNum" sz="quarter" idx="5"/>
          </p:nvPr>
        </p:nvSpPr>
        <p:spPr/>
        <p:txBody>
          <a:bodyPr/>
          <a:lstStyle/>
          <a:p>
            <a:fld id="{8530193B-564F-4854-8A52-728F3FB19C85}" type="slidenum">
              <a:rPr lang="en-US" noProof="0" smtClean="0"/>
              <a:t>2</a:t>
            </a:fld>
            <a:endParaRPr lang="en-US" noProof="0" dirty="0"/>
          </a:p>
        </p:txBody>
      </p:sp>
    </p:spTree>
    <p:extLst>
      <p:ext uri="{BB962C8B-B14F-4D97-AF65-F5344CB8AC3E}">
        <p14:creationId xmlns:p14="http://schemas.microsoft.com/office/powerpoint/2010/main" val="157476607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2.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png"/><Relationship Id="rId5" Type="http://schemas.openxmlformats.org/officeDocument/2006/relationships/image" Target="../media/image8.sv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png"/><Relationship Id="rId5" Type="http://schemas.openxmlformats.org/officeDocument/2006/relationships/image" Target="../media/image4.sv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B901B-82D0-753E-153F-463C1DFF4EB8}"/>
              </a:ext>
            </a:extLst>
          </p:cNvPr>
          <p:cNvSpPr>
            <a:spLocks noGrp="1"/>
          </p:cNvSpPr>
          <p:nvPr>
            <p:ph type="title"/>
          </p:nvPr>
        </p:nvSpPr>
        <p:spPr>
          <a:xfrm>
            <a:off x="768096" y="996696"/>
            <a:ext cx="10689336" cy="3383280"/>
          </a:xfrm>
        </p:spPr>
        <p:txBody>
          <a:bodyPr lIns="91440" tIns="45720" rIns="91440" bIns="45720" anchor="t"/>
          <a:lstStyle>
            <a:lvl1pPr>
              <a:defRPr sz="6000" b="1">
                <a:solidFill>
                  <a:schemeClr val="bg1"/>
                </a:solidFill>
              </a:defRPr>
            </a:lvl1pPr>
          </a:lstStyle>
          <a:p>
            <a:r>
              <a:rPr lang="en-US"/>
              <a:t>Click to edit Master title style</a:t>
            </a:r>
          </a:p>
        </p:txBody>
      </p:sp>
      <p:sp>
        <p:nvSpPr>
          <p:cNvPr id="6" name="Text Placeholder 5">
            <a:extLst>
              <a:ext uri="{FF2B5EF4-FFF2-40B4-BE49-F238E27FC236}">
                <a16:creationId xmlns:a16="http://schemas.microsoft.com/office/drawing/2014/main" id="{AB9FF1EC-CF79-CED7-3907-6CC3EC921B45}"/>
              </a:ext>
            </a:extLst>
          </p:cNvPr>
          <p:cNvSpPr>
            <a:spLocks noGrp="1"/>
          </p:cNvSpPr>
          <p:nvPr>
            <p:ph type="body" sz="quarter" idx="10"/>
          </p:nvPr>
        </p:nvSpPr>
        <p:spPr>
          <a:xfrm>
            <a:off x="6099048" y="4718304"/>
            <a:ext cx="5367528" cy="1371600"/>
          </a:xfrm>
        </p:spPr>
        <p:txBody>
          <a:bodyPr anchor="b"/>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pic>
        <p:nvPicPr>
          <p:cNvPr id="19" name="Graphic 18">
            <a:extLst>
              <a:ext uri="{FF2B5EF4-FFF2-40B4-BE49-F238E27FC236}">
                <a16:creationId xmlns:a16="http://schemas.microsoft.com/office/drawing/2014/main" id="{BD2B87EC-C19D-D312-C5D1-68C7B3D3F34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577" r="47068" b="26177"/>
          <a:stretch/>
        </p:blipFill>
        <p:spPr>
          <a:xfrm rot="5400000" flipH="1" flipV="1">
            <a:off x="8037001" y="-183083"/>
            <a:ext cx="3971922" cy="4338081"/>
          </a:xfrm>
          <a:prstGeom prst="rect">
            <a:avLst/>
          </a:prstGeom>
        </p:spPr>
      </p:pic>
      <p:pic>
        <p:nvPicPr>
          <p:cNvPr id="17" name="Graphic 16">
            <a:extLst>
              <a:ext uri="{FF2B5EF4-FFF2-40B4-BE49-F238E27FC236}">
                <a16:creationId xmlns:a16="http://schemas.microsoft.com/office/drawing/2014/main" id="{CA27C1C0-4175-DDF3-7F04-05A1FF4F83EA}"/>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1" t="1" r="26660" b="31913"/>
          <a:stretch/>
        </p:blipFill>
        <p:spPr>
          <a:xfrm flipH="1">
            <a:off x="-2" y="2786671"/>
            <a:ext cx="2626743" cy="4071330"/>
          </a:xfrm>
          <a:prstGeom prst="rect">
            <a:avLst/>
          </a:prstGeom>
        </p:spPr>
      </p:pic>
      <p:pic>
        <p:nvPicPr>
          <p:cNvPr id="15" name="Graphic 14">
            <a:extLst>
              <a:ext uri="{FF2B5EF4-FFF2-40B4-BE49-F238E27FC236}">
                <a16:creationId xmlns:a16="http://schemas.microsoft.com/office/drawing/2014/main" id="{8F59A96A-1EEC-D106-BC8B-FBC3D022D6C2}"/>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b="49606"/>
          <a:stretch/>
        </p:blipFill>
        <p:spPr>
          <a:xfrm flipH="1">
            <a:off x="1634272" y="4519948"/>
            <a:ext cx="3527989" cy="2338052"/>
          </a:xfrm>
          <a:prstGeom prst="rect">
            <a:avLst/>
          </a:prstGeom>
        </p:spPr>
      </p:pic>
    </p:spTree>
    <p:extLst>
      <p:ext uri="{BB962C8B-B14F-4D97-AF65-F5344CB8AC3E}">
        <p14:creationId xmlns:p14="http://schemas.microsoft.com/office/powerpoint/2010/main" val="38092892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01">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FAF073C-F11E-EB24-742E-8B7ED02C877E}"/>
              </a:ext>
            </a:extLst>
          </p:cNvPr>
          <p:cNvSpPr>
            <a:spLocks noGrp="1"/>
          </p:cNvSpPr>
          <p:nvPr>
            <p:ph type="title"/>
          </p:nvPr>
        </p:nvSpPr>
        <p:spPr/>
        <p:txBody>
          <a:bodyPr/>
          <a:lstStyle/>
          <a:p>
            <a:r>
              <a:rPr lang="en-US"/>
              <a:t>Click to edit Master title style</a:t>
            </a:r>
            <a:endParaRPr lang="en-US" dirty="0"/>
          </a:p>
        </p:txBody>
      </p:sp>
      <p:sp>
        <p:nvSpPr>
          <p:cNvPr id="6" name="Content Placeholder 5">
            <a:extLst>
              <a:ext uri="{FF2B5EF4-FFF2-40B4-BE49-F238E27FC236}">
                <a16:creationId xmlns:a16="http://schemas.microsoft.com/office/drawing/2014/main" id="{BC168D94-20DF-9647-607F-3DEBED05ECEB}"/>
              </a:ext>
            </a:extLst>
          </p:cNvPr>
          <p:cNvSpPr>
            <a:spLocks noGrp="1"/>
          </p:cNvSpPr>
          <p:nvPr>
            <p:ph sz="quarter" idx="12"/>
          </p:nvPr>
        </p:nvSpPr>
        <p:spPr>
          <a:xfrm>
            <a:off x="6519672" y="2130552"/>
            <a:ext cx="4910328" cy="395935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2">
            <a:extLst>
              <a:ext uri="{FF2B5EF4-FFF2-40B4-BE49-F238E27FC236}">
                <a16:creationId xmlns:a16="http://schemas.microsoft.com/office/drawing/2014/main" id="{E039C676-DCFE-2801-253F-061508F6110B}"/>
              </a:ext>
            </a:extLst>
          </p:cNvPr>
          <p:cNvSpPr>
            <a:spLocks noGrp="1"/>
          </p:cNvSpPr>
          <p:nvPr>
            <p:ph type="sldNum" sz="quarter" idx="10"/>
          </p:nvPr>
        </p:nvSpPr>
        <p:spPr/>
        <p:txBody>
          <a:bodyPr/>
          <a:lstStyle/>
          <a:p>
            <a:pPr algn="ctr"/>
            <a:fld id="{19B51A1E-902D-48AF-9020-955120F399B6}" type="slidenum">
              <a:rPr lang="en-US" smtClean="0"/>
              <a:pPr algn="ctr"/>
              <a:t>‹#›</a:t>
            </a:fld>
            <a:endParaRPr lang="en-US" dirty="0"/>
          </a:p>
        </p:txBody>
      </p:sp>
      <p:sp>
        <p:nvSpPr>
          <p:cNvPr id="4" name="Footer Placeholder 3">
            <a:extLst>
              <a:ext uri="{FF2B5EF4-FFF2-40B4-BE49-F238E27FC236}">
                <a16:creationId xmlns:a16="http://schemas.microsoft.com/office/drawing/2014/main" id="{BB11874E-F900-D5BE-5274-49CBA7F946EC}"/>
              </a:ext>
            </a:extLst>
          </p:cNvPr>
          <p:cNvSpPr>
            <a:spLocks noGrp="1"/>
          </p:cNvSpPr>
          <p:nvPr>
            <p:ph type="ftr" sz="quarter" idx="11"/>
          </p:nvPr>
        </p:nvSpPr>
        <p:spPr/>
        <p:txBody>
          <a:bodyPr/>
          <a:lstStyle/>
          <a:p>
            <a:r>
              <a:rPr lang="en-US" dirty="0"/>
              <a:t>Add Footer</a:t>
            </a:r>
          </a:p>
        </p:txBody>
      </p:sp>
    </p:spTree>
    <p:extLst>
      <p:ext uri="{BB962C8B-B14F-4D97-AF65-F5344CB8AC3E}">
        <p14:creationId xmlns:p14="http://schemas.microsoft.com/office/powerpoint/2010/main" val="30550169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content, and image 01">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FAF073C-F11E-EB24-742E-8B7ED02C877E}"/>
              </a:ext>
            </a:extLst>
          </p:cNvPr>
          <p:cNvSpPr>
            <a:spLocks noGrp="1"/>
          </p:cNvSpPr>
          <p:nvPr>
            <p:ph type="title"/>
          </p:nvPr>
        </p:nvSpPr>
        <p:spPr>
          <a:xfrm>
            <a:off x="4892040" y="996696"/>
            <a:ext cx="6528816" cy="914400"/>
          </a:xfrm>
        </p:spPr>
        <p:txBody>
          <a:body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83C7080A-051C-2507-F252-F68346430154}"/>
              </a:ext>
            </a:extLst>
          </p:cNvPr>
          <p:cNvSpPr>
            <a:spLocks noGrp="1"/>
          </p:cNvSpPr>
          <p:nvPr>
            <p:ph type="pic" sz="quarter" idx="13"/>
          </p:nvPr>
        </p:nvSpPr>
        <p:spPr>
          <a:xfrm>
            <a:off x="457200" y="996950"/>
            <a:ext cx="3971925" cy="5857875"/>
          </a:xfrm>
        </p:spPr>
        <p:txBody>
          <a:bodyPr/>
          <a:lstStyle>
            <a:lvl1pPr marL="0" indent="0">
              <a:buNone/>
              <a:defRPr/>
            </a:lvl1pPr>
          </a:lstStyle>
          <a:p>
            <a:r>
              <a:rPr lang="en-US"/>
              <a:t>Click icon to add picture</a:t>
            </a:r>
            <a:endParaRPr lang="en-US" dirty="0"/>
          </a:p>
        </p:txBody>
      </p:sp>
      <p:sp>
        <p:nvSpPr>
          <p:cNvPr id="6" name="Content Placeholder 5">
            <a:extLst>
              <a:ext uri="{FF2B5EF4-FFF2-40B4-BE49-F238E27FC236}">
                <a16:creationId xmlns:a16="http://schemas.microsoft.com/office/drawing/2014/main" id="{BC168D94-20DF-9647-607F-3DEBED05ECEB}"/>
              </a:ext>
            </a:extLst>
          </p:cNvPr>
          <p:cNvSpPr>
            <a:spLocks noGrp="1"/>
          </p:cNvSpPr>
          <p:nvPr>
            <p:ph sz="quarter" idx="12"/>
          </p:nvPr>
        </p:nvSpPr>
        <p:spPr>
          <a:xfrm>
            <a:off x="4919472" y="2130552"/>
            <a:ext cx="6510528" cy="3959352"/>
          </a:xfrm>
        </p:spPr>
        <p:txBody>
          <a:bodyPr anchor="b"/>
          <a:lstStyle>
            <a:lvl1pPr marL="0"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BB11874E-F900-D5BE-5274-49CBA7F946EC}"/>
              </a:ext>
            </a:extLst>
          </p:cNvPr>
          <p:cNvSpPr>
            <a:spLocks noGrp="1"/>
          </p:cNvSpPr>
          <p:nvPr>
            <p:ph type="ftr" sz="quarter" idx="11"/>
          </p:nvPr>
        </p:nvSpPr>
        <p:spPr/>
        <p:txBody>
          <a:bodyPr/>
          <a:lstStyle/>
          <a:p>
            <a:r>
              <a:rPr lang="en-US" dirty="0"/>
              <a:t>Add Footer</a:t>
            </a:r>
          </a:p>
        </p:txBody>
      </p:sp>
      <p:sp>
        <p:nvSpPr>
          <p:cNvPr id="3" name="Slide Number Placeholder 2">
            <a:extLst>
              <a:ext uri="{FF2B5EF4-FFF2-40B4-BE49-F238E27FC236}">
                <a16:creationId xmlns:a16="http://schemas.microsoft.com/office/drawing/2014/main" id="{E039C676-DCFE-2801-253F-061508F6110B}"/>
              </a:ext>
            </a:extLst>
          </p:cNvPr>
          <p:cNvSpPr>
            <a:spLocks noGrp="1"/>
          </p:cNvSpPr>
          <p:nvPr>
            <p:ph type="sldNum" sz="quarter" idx="10"/>
          </p:nvPr>
        </p:nvSpPr>
        <p:spPr/>
        <p:txBody>
          <a:bodyPr/>
          <a:lstStyle>
            <a:lvl1pPr algn="ctr">
              <a:defRPr/>
            </a:lvl1pPr>
          </a:lstStyle>
          <a:p>
            <a:fld id="{19B51A1E-902D-48AF-9020-955120F399B6}" type="slidenum">
              <a:rPr lang="en-US" smtClean="0"/>
              <a:pPr/>
              <a:t>‹#›</a:t>
            </a:fld>
            <a:endParaRPr lang="en-US" dirty="0"/>
          </a:p>
        </p:txBody>
      </p:sp>
    </p:spTree>
    <p:extLst>
      <p:ext uri="{BB962C8B-B14F-4D97-AF65-F5344CB8AC3E}">
        <p14:creationId xmlns:p14="http://schemas.microsoft.com/office/powerpoint/2010/main" val="24901275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01">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B901B-82D0-753E-153F-463C1DFF4EB8}"/>
              </a:ext>
            </a:extLst>
          </p:cNvPr>
          <p:cNvSpPr>
            <a:spLocks noGrp="1"/>
          </p:cNvSpPr>
          <p:nvPr>
            <p:ph type="title"/>
          </p:nvPr>
        </p:nvSpPr>
        <p:spPr>
          <a:xfrm>
            <a:off x="1225296" y="1691640"/>
            <a:ext cx="7708392" cy="2916936"/>
          </a:xfrm>
        </p:spPr>
        <p:txBody>
          <a:bodyPr lIns="91440" tIns="45720" rIns="91440" bIns="45720" anchor="b"/>
          <a:lstStyle>
            <a:lvl1pPr>
              <a:defRPr sz="6000" b="1">
                <a:solidFill>
                  <a:schemeClr val="bg1"/>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AB9FF1EC-CF79-CED7-3907-6CC3EC921B45}"/>
              </a:ext>
            </a:extLst>
          </p:cNvPr>
          <p:cNvSpPr>
            <a:spLocks noGrp="1"/>
          </p:cNvSpPr>
          <p:nvPr>
            <p:ph type="body" sz="quarter" idx="10"/>
          </p:nvPr>
        </p:nvSpPr>
        <p:spPr>
          <a:xfrm>
            <a:off x="1225296" y="5001768"/>
            <a:ext cx="7251192" cy="1088136"/>
          </a:xfrm>
        </p:spPr>
        <p:txBody>
          <a:bodyPr anchor="b"/>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pic>
        <p:nvPicPr>
          <p:cNvPr id="3" name="Graphic 2">
            <a:extLst>
              <a:ext uri="{FF2B5EF4-FFF2-40B4-BE49-F238E27FC236}">
                <a16:creationId xmlns:a16="http://schemas.microsoft.com/office/drawing/2014/main" id="{EDBCB114-3994-3B78-91C3-3970219AB034}"/>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5397" b="35439"/>
          <a:stretch/>
        </p:blipFill>
        <p:spPr>
          <a:xfrm rot="16200000">
            <a:off x="8573175" y="595473"/>
            <a:ext cx="3527989" cy="3709665"/>
          </a:xfrm>
          <a:prstGeom prst="rect">
            <a:avLst/>
          </a:prstGeom>
        </p:spPr>
      </p:pic>
      <p:pic>
        <p:nvPicPr>
          <p:cNvPr id="4" name="Graphic 3">
            <a:extLst>
              <a:ext uri="{FF2B5EF4-FFF2-40B4-BE49-F238E27FC236}">
                <a16:creationId xmlns:a16="http://schemas.microsoft.com/office/drawing/2014/main" id="{1954D399-E3CD-888F-FCF9-DA0F34C64395}"/>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25157" b="13214"/>
          <a:stretch/>
        </p:blipFill>
        <p:spPr>
          <a:xfrm>
            <a:off x="8329613" y="3429000"/>
            <a:ext cx="3862387" cy="3429000"/>
          </a:xfrm>
          <a:prstGeom prst="rect">
            <a:avLst/>
          </a:prstGeom>
        </p:spPr>
      </p:pic>
      <p:pic>
        <p:nvPicPr>
          <p:cNvPr id="5" name="Graphic 4">
            <a:extLst>
              <a:ext uri="{FF2B5EF4-FFF2-40B4-BE49-F238E27FC236}">
                <a16:creationId xmlns:a16="http://schemas.microsoft.com/office/drawing/2014/main" id="{4CC75E85-8A16-65D2-BB9D-7966D18A9C8F}"/>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l="1" r="47260" b="26651"/>
          <a:stretch/>
        </p:blipFill>
        <p:spPr>
          <a:xfrm rot="16200000" flipV="1">
            <a:off x="197728" y="-197735"/>
            <a:ext cx="3914776" cy="4310243"/>
          </a:xfrm>
          <a:prstGeom prst="rect">
            <a:avLst/>
          </a:prstGeom>
        </p:spPr>
      </p:pic>
    </p:spTree>
    <p:extLst>
      <p:ext uri="{BB962C8B-B14F-4D97-AF65-F5344CB8AC3E}">
        <p14:creationId xmlns:p14="http://schemas.microsoft.com/office/powerpoint/2010/main" val="36496845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02">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FAF073C-F11E-EB24-742E-8B7ED02C877E}"/>
              </a:ext>
            </a:extLst>
          </p:cNvPr>
          <p:cNvSpPr>
            <a:spLocks noGrp="1"/>
          </p:cNvSpPr>
          <p:nvPr>
            <p:ph type="title"/>
          </p:nvPr>
        </p:nvSpPr>
        <p:spPr>
          <a:xfrm>
            <a:off x="768096" y="996696"/>
            <a:ext cx="10652760" cy="914400"/>
          </a:xfrm>
        </p:spPr>
        <p:txBody>
          <a:bodyPr/>
          <a:lstStyle/>
          <a:p>
            <a:r>
              <a:rPr lang="en-US"/>
              <a:t>Click to edit Master title style</a:t>
            </a:r>
            <a:endParaRPr lang="en-US" dirty="0"/>
          </a:p>
        </p:txBody>
      </p:sp>
      <p:sp>
        <p:nvSpPr>
          <p:cNvPr id="6" name="Content Placeholder 5">
            <a:extLst>
              <a:ext uri="{FF2B5EF4-FFF2-40B4-BE49-F238E27FC236}">
                <a16:creationId xmlns:a16="http://schemas.microsoft.com/office/drawing/2014/main" id="{BC168D94-20DF-9647-607F-3DEBED05ECEB}"/>
              </a:ext>
            </a:extLst>
          </p:cNvPr>
          <p:cNvSpPr>
            <a:spLocks noGrp="1"/>
          </p:cNvSpPr>
          <p:nvPr>
            <p:ph sz="quarter" idx="12"/>
          </p:nvPr>
        </p:nvSpPr>
        <p:spPr>
          <a:xfrm>
            <a:off x="768096" y="2130552"/>
            <a:ext cx="4910328" cy="395935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BB11874E-F900-D5BE-5274-49CBA7F946EC}"/>
              </a:ext>
            </a:extLst>
          </p:cNvPr>
          <p:cNvSpPr>
            <a:spLocks noGrp="1"/>
          </p:cNvSpPr>
          <p:nvPr>
            <p:ph type="ftr" sz="quarter" idx="11"/>
          </p:nvPr>
        </p:nvSpPr>
        <p:spPr/>
        <p:txBody>
          <a:bodyPr/>
          <a:lstStyle/>
          <a:p>
            <a:r>
              <a:rPr lang="en-US" dirty="0"/>
              <a:t>Add Footer</a:t>
            </a:r>
          </a:p>
        </p:txBody>
      </p:sp>
      <p:sp>
        <p:nvSpPr>
          <p:cNvPr id="3" name="Slide Number Placeholder 2">
            <a:extLst>
              <a:ext uri="{FF2B5EF4-FFF2-40B4-BE49-F238E27FC236}">
                <a16:creationId xmlns:a16="http://schemas.microsoft.com/office/drawing/2014/main" id="{E039C676-DCFE-2801-253F-061508F6110B}"/>
              </a:ext>
            </a:extLst>
          </p:cNvPr>
          <p:cNvSpPr>
            <a:spLocks noGrp="1"/>
          </p:cNvSpPr>
          <p:nvPr>
            <p:ph type="sldNum" sz="quarter" idx="10"/>
          </p:nvPr>
        </p:nvSpPr>
        <p:spPr/>
        <p:txBody>
          <a:bodyPr/>
          <a:lstStyle/>
          <a:p>
            <a:pPr algn="ctr"/>
            <a:fld id="{19B51A1E-902D-48AF-9020-955120F399B6}" type="slidenum">
              <a:rPr lang="en-US" smtClean="0"/>
              <a:pPr algn="ctr"/>
              <a:t>‹#›</a:t>
            </a:fld>
            <a:endParaRPr lang="en-US" dirty="0"/>
          </a:p>
        </p:txBody>
      </p:sp>
    </p:spTree>
    <p:extLst>
      <p:ext uri="{BB962C8B-B14F-4D97-AF65-F5344CB8AC3E}">
        <p14:creationId xmlns:p14="http://schemas.microsoft.com/office/powerpoint/2010/main" val="37343947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break 02">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B901B-82D0-753E-153F-463C1DFF4EB8}"/>
              </a:ext>
            </a:extLst>
          </p:cNvPr>
          <p:cNvSpPr>
            <a:spLocks noGrp="1"/>
          </p:cNvSpPr>
          <p:nvPr>
            <p:ph type="title"/>
          </p:nvPr>
        </p:nvSpPr>
        <p:spPr>
          <a:xfrm>
            <a:off x="6099048" y="996696"/>
            <a:ext cx="5641848" cy="4855464"/>
          </a:xfrm>
        </p:spPr>
        <p:txBody>
          <a:bodyPr lIns="91440" tIns="45720" rIns="91440" bIns="45720" anchor="ctr"/>
          <a:lstStyle>
            <a:lvl1pPr>
              <a:defRPr sz="6000" b="1">
                <a:solidFill>
                  <a:schemeClr val="bg1"/>
                </a:solidFill>
              </a:defRPr>
            </a:lvl1pPr>
          </a:lstStyle>
          <a:p>
            <a:r>
              <a:rPr lang="en-US"/>
              <a:t>Click to edit Master title style</a:t>
            </a:r>
            <a:endParaRPr lang="en-US" dirty="0"/>
          </a:p>
        </p:txBody>
      </p:sp>
      <p:sp>
        <p:nvSpPr>
          <p:cNvPr id="927" name="Picture Placeholder 926">
            <a:extLst>
              <a:ext uri="{FF2B5EF4-FFF2-40B4-BE49-F238E27FC236}">
                <a16:creationId xmlns:a16="http://schemas.microsoft.com/office/drawing/2014/main" id="{E0D9F5FD-31A3-F83E-0559-2C0434E0046C}"/>
              </a:ext>
            </a:extLst>
          </p:cNvPr>
          <p:cNvSpPr>
            <a:spLocks noGrp="1"/>
          </p:cNvSpPr>
          <p:nvPr>
            <p:ph type="pic" sz="quarter" idx="13"/>
          </p:nvPr>
        </p:nvSpPr>
        <p:spPr>
          <a:xfrm>
            <a:off x="1078992" y="0"/>
            <a:ext cx="3971925" cy="5857875"/>
          </a:xfrm>
          <a:custGeom>
            <a:avLst/>
            <a:gdLst>
              <a:gd name="connsiteX0" fmla="*/ 0 w 3971925"/>
              <a:gd name="connsiteY0" fmla="*/ 0 h 5857875"/>
              <a:gd name="connsiteX1" fmla="*/ 3971925 w 3971925"/>
              <a:gd name="connsiteY1" fmla="*/ 0 h 5857875"/>
              <a:gd name="connsiteX2" fmla="*/ 3971925 w 3971925"/>
              <a:gd name="connsiteY2" fmla="*/ 5857875 h 5857875"/>
              <a:gd name="connsiteX3" fmla="*/ 1972187 w 3971925"/>
              <a:gd name="connsiteY3" fmla="*/ 5857875 h 5857875"/>
              <a:gd name="connsiteX4" fmla="*/ 1978760 w 3971925"/>
              <a:gd name="connsiteY4" fmla="*/ 5848548 h 5857875"/>
              <a:gd name="connsiteX5" fmla="*/ 2015275 w 3971925"/>
              <a:gd name="connsiteY5" fmla="*/ 5713664 h 5857875"/>
              <a:gd name="connsiteX6" fmla="*/ 2015275 w 3971925"/>
              <a:gd name="connsiteY6" fmla="*/ 5713663 h 5857875"/>
              <a:gd name="connsiteX7" fmla="*/ 2010932 w 3971925"/>
              <a:gd name="connsiteY7" fmla="*/ 5713083 h 5857875"/>
              <a:gd name="connsiteX8" fmla="*/ 2010064 w 3971925"/>
              <a:gd name="connsiteY8" fmla="*/ 5713083 h 5857875"/>
              <a:gd name="connsiteX9" fmla="*/ 1871116 w 3971925"/>
              <a:gd name="connsiteY9" fmla="*/ 5759476 h 5857875"/>
              <a:gd name="connsiteX10" fmla="*/ 1753300 w 3971925"/>
              <a:gd name="connsiteY10" fmla="*/ 5793691 h 5857875"/>
              <a:gd name="connsiteX11" fmla="*/ 1717404 w 3971925"/>
              <a:gd name="connsiteY11" fmla="*/ 5835082 h 5857875"/>
              <a:gd name="connsiteX12" fmla="*/ 1704691 w 3971925"/>
              <a:gd name="connsiteY12" fmla="*/ 5857875 h 5857875"/>
              <a:gd name="connsiteX13" fmla="*/ 0 w 3971925"/>
              <a:gd name="connsiteY13" fmla="*/ 5857875 h 5857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71925" h="5857875">
                <a:moveTo>
                  <a:pt x="0" y="0"/>
                </a:moveTo>
                <a:lnTo>
                  <a:pt x="3971925" y="0"/>
                </a:lnTo>
                <a:lnTo>
                  <a:pt x="3971925" y="5857875"/>
                </a:lnTo>
                <a:lnTo>
                  <a:pt x="1972187" y="5857875"/>
                </a:lnTo>
                <a:lnTo>
                  <a:pt x="1978760" y="5848548"/>
                </a:lnTo>
                <a:cubicBezTo>
                  <a:pt x="2003551" y="5807990"/>
                  <a:pt x="2018531" y="5763681"/>
                  <a:pt x="2015275" y="5713664"/>
                </a:cubicBezTo>
                <a:lnTo>
                  <a:pt x="2015275" y="5713663"/>
                </a:lnTo>
                <a:cubicBezTo>
                  <a:pt x="2015275" y="5711343"/>
                  <a:pt x="2011801" y="5711343"/>
                  <a:pt x="2010932" y="5713083"/>
                </a:cubicBezTo>
                <a:cubicBezTo>
                  <a:pt x="2010643" y="5713083"/>
                  <a:pt x="2010354" y="5713083"/>
                  <a:pt x="2010064" y="5713083"/>
                </a:cubicBezTo>
                <a:cubicBezTo>
                  <a:pt x="1966643" y="5741499"/>
                  <a:pt x="1921774" y="5751937"/>
                  <a:pt x="1871116" y="5759476"/>
                </a:cubicBezTo>
                <a:cubicBezTo>
                  <a:pt x="1832326" y="5765275"/>
                  <a:pt x="1786010" y="5769045"/>
                  <a:pt x="1753300" y="5793691"/>
                </a:cubicBezTo>
                <a:cubicBezTo>
                  <a:pt x="1738970" y="5804419"/>
                  <a:pt x="1727463" y="5819134"/>
                  <a:pt x="1717404" y="5835082"/>
                </a:cubicBezTo>
                <a:lnTo>
                  <a:pt x="1704691" y="5857875"/>
                </a:lnTo>
                <a:lnTo>
                  <a:pt x="0" y="5857875"/>
                </a:lnTo>
                <a:close/>
              </a:path>
            </a:pathLst>
          </a:custGeom>
        </p:spPr>
        <p:txBody>
          <a:bodyPr wrap="square">
            <a:noAutofit/>
          </a:bodyPr>
          <a:lstStyle>
            <a:lvl1pPr marL="0" indent="0" algn="ctr">
              <a:buNone/>
              <a:defRPr>
                <a:solidFill>
                  <a:schemeClr val="bg1"/>
                </a:solidFill>
              </a:defRPr>
            </a:lvl1pPr>
          </a:lstStyle>
          <a:p>
            <a:r>
              <a:rPr lang="en-US"/>
              <a:t>Click icon to add picture</a:t>
            </a:r>
            <a:endParaRPr lang="en-US" dirty="0"/>
          </a:p>
        </p:txBody>
      </p:sp>
      <p:pic>
        <p:nvPicPr>
          <p:cNvPr id="7" name="Graphic 6">
            <a:extLst>
              <a:ext uri="{FF2B5EF4-FFF2-40B4-BE49-F238E27FC236}">
                <a16:creationId xmlns:a16="http://schemas.microsoft.com/office/drawing/2014/main" id="{AE730C61-B0A5-15E4-EBDC-4DAA74F0270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1652" b="34005"/>
          <a:stretch/>
        </p:blipFill>
        <p:spPr>
          <a:xfrm rot="5400000" flipH="1" flipV="1">
            <a:off x="9278992" y="3944992"/>
            <a:ext cx="2764120" cy="3061895"/>
          </a:xfrm>
          <a:prstGeom prst="rect">
            <a:avLst/>
          </a:prstGeom>
        </p:spPr>
      </p:pic>
      <p:pic>
        <p:nvPicPr>
          <p:cNvPr id="876" name="Graphic 875">
            <a:extLst>
              <a:ext uri="{FF2B5EF4-FFF2-40B4-BE49-F238E27FC236}">
                <a16:creationId xmlns:a16="http://schemas.microsoft.com/office/drawing/2014/main" id="{1AD600CE-8F3B-12A6-46EE-EFDBB7A1BB95}"/>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r="53805" b="26651"/>
          <a:stretch/>
        </p:blipFill>
        <p:spPr>
          <a:xfrm rot="5400000">
            <a:off x="440621" y="2988379"/>
            <a:ext cx="3428999" cy="4310243"/>
          </a:xfrm>
          <a:prstGeom prst="rect">
            <a:avLst/>
          </a:prstGeom>
        </p:spPr>
      </p:pic>
    </p:spTree>
    <p:extLst>
      <p:ext uri="{BB962C8B-B14F-4D97-AF65-F5344CB8AC3E}">
        <p14:creationId xmlns:p14="http://schemas.microsoft.com/office/powerpoint/2010/main" val="413399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content, and image 02">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FAF073C-F11E-EB24-742E-8B7ED02C877E}"/>
              </a:ext>
            </a:extLst>
          </p:cNvPr>
          <p:cNvSpPr>
            <a:spLocks noGrp="1"/>
          </p:cNvSpPr>
          <p:nvPr>
            <p:ph type="title"/>
          </p:nvPr>
        </p:nvSpPr>
        <p:spPr/>
        <p:txBody>
          <a:bodyPr/>
          <a:lstStyle/>
          <a:p>
            <a:r>
              <a:rPr lang="en-US"/>
              <a:t>Click to edit Master title style</a:t>
            </a:r>
            <a:endParaRPr lang="en-US" dirty="0"/>
          </a:p>
        </p:txBody>
      </p:sp>
      <p:sp>
        <p:nvSpPr>
          <p:cNvPr id="2" name="Picture Placeholder 7">
            <a:extLst>
              <a:ext uri="{FF2B5EF4-FFF2-40B4-BE49-F238E27FC236}">
                <a16:creationId xmlns:a16="http://schemas.microsoft.com/office/drawing/2014/main" id="{1153E704-93AB-7E5D-6EB0-56FA23E7BCC7}"/>
              </a:ext>
            </a:extLst>
          </p:cNvPr>
          <p:cNvSpPr>
            <a:spLocks noGrp="1"/>
          </p:cNvSpPr>
          <p:nvPr>
            <p:ph type="pic" sz="quarter" idx="13"/>
          </p:nvPr>
        </p:nvSpPr>
        <p:spPr>
          <a:xfrm>
            <a:off x="0" y="2130552"/>
            <a:ext cx="5641848" cy="3959352"/>
          </a:xfrm>
        </p:spPr>
        <p:txBody>
          <a:bodyPr/>
          <a:lstStyle>
            <a:lvl1pPr marL="0" indent="0">
              <a:buNone/>
              <a:defRPr/>
            </a:lvl1pPr>
          </a:lstStyle>
          <a:p>
            <a:r>
              <a:rPr lang="en-US"/>
              <a:t>Click icon to add picture</a:t>
            </a:r>
            <a:endParaRPr lang="en-US" dirty="0"/>
          </a:p>
        </p:txBody>
      </p:sp>
      <p:sp>
        <p:nvSpPr>
          <p:cNvPr id="6" name="Content Placeholder 5">
            <a:extLst>
              <a:ext uri="{FF2B5EF4-FFF2-40B4-BE49-F238E27FC236}">
                <a16:creationId xmlns:a16="http://schemas.microsoft.com/office/drawing/2014/main" id="{BC168D94-20DF-9647-607F-3DEBED05ECEB}"/>
              </a:ext>
            </a:extLst>
          </p:cNvPr>
          <p:cNvSpPr>
            <a:spLocks noGrp="1"/>
          </p:cNvSpPr>
          <p:nvPr>
            <p:ph sz="quarter" idx="12"/>
          </p:nvPr>
        </p:nvSpPr>
        <p:spPr>
          <a:xfrm>
            <a:off x="6519672" y="2130552"/>
            <a:ext cx="4910328" cy="395935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BB11874E-F900-D5BE-5274-49CBA7F946EC}"/>
              </a:ext>
            </a:extLst>
          </p:cNvPr>
          <p:cNvSpPr>
            <a:spLocks noGrp="1"/>
          </p:cNvSpPr>
          <p:nvPr>
            <p:ph type="ftr" sz="quarter" idx="11"/>
          </p:nvPr>
        </p:nvSpPr>
        <p:spPr/>
        <p:txBody>
          <a:bodyPr/>
          <a:lstStyle/>
          <a:p>
            <a:r>
              <a:rPr lang="en-US" dirty="0"/>
              <a:t>Add Footer</a:t>
            </a:r>
          </a:p>
        </p:txBody>
      </p:sp>
      <p:sp>
        <p:nvSpPr>
          <p:cNvPr id="3" name="Slide Number Placeholder 2">
            <a:extLst>
              <a:ext uri="{FF2B5EF4-FFF2-40B4-BE49-F238E27FC236}">
                <a16:creationId xmlns:a16="http://schemas.microsoft.com/office/drawing/2014/main" id="{E039C676-DCFE-2801-253F-061508F6110B}"/>
              </a:ext>
            </a:extLst>
          </p:cNvPr>
          <p:cNvSpPr>
            <a:spLocks noGrp="1"/>
          </p:cNvSpPr>
          <p:nvPr>
            <p:ph type="sldNum" sz="quarter" idx="10"/>
          </p:nvPr>
        </p:nvSpPr>
        <p:spPr/>
        <p:txBody>
          <a:bodyPr/>
          <a:lstStyle/>
          <a:p>
            <a:pPr algn="ctr"/>
            <a:fld id="{19B51A1E-902D-48AF-9020-955120F399B6}" type="slidenum">
              <a:rPr lang="en-US" smtClean="0"/>
              <a:pPr algn="ctr"/>
              <a:t>‹#›</a:t>
            </a:fld>
            <a:endParaRPr lang="en-US" dirty="0"/>
          </a:p>
        </p:txBody>
      </p:sp>
    </p:spTree>
    <p:extLst>
      <p:ext uri="{BB962C8B-B14F-4D97-AF65-F5344CB8AC3E}">
        <p14:creationId xmlns:p14="http://schemas.microsoft.com/office/powerpoint/2010/main" val="21707023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01">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FAF073C-F11E-EB24-742E-8B7ED02C877E}"/>
              </a:ext>
            </a:extLst>
          </p:cNvPr>
          <p:cNvSpPr>
            <a:spLocks noGrp="1"/>
          </p:cNvSpPr>
          <p:nvPr>
            <p:ph type="title"/>
          </p:nvPr>
        </p:nvSpPr>
        <p:spPr/>
        <p:txBody>
          <a:bodyPr/>
          <a:lstStyle/>
          <a:p>
            <a:r>
              <a:rPr lang="en-US"/>
              <a:t>Click to edit Master title style</a:t>
            </a:r>
            <a:endParaRPr lang="en-US" dirty="0"/>
          </a:p>
        </p:txBody>
      </p:sp>
      <p:sp>
        <p:nvSpPr>
          <p:cNvPr id="5" name="Content Placeholder 5">
            <a:extLst>
              <a:ext uri="{FF2B5EF4-FFF2-40B4-BE49-F238E27FC236}">
                <a16:creationId xmlns:a16="http://schemas.microsoft.com/office/drawing/2014/main" id="{A88B6212-D12B-E47E-327B-D1DDE7D71397}"/>
              </a:ext>
            </a:extLst>
          </p:cNvPr>
          <p:cNvSpPr>
            <a:spLocks noGrp="1"/>
          </p:cNvSpPr>
          <p:nvPr>
            <p:ph sz="quarter" idx="13"/>
          </p:nvPr>
        </p:nvSpPr>
        <p:spPr>
          <a:xfrm>
            <a:off x="768096" y="2130552"/>
            <a:ext cx="4910328" cy="39593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a:extLst>
              <a:ext uri="{FF2B5EF4-FFF2-40B4-BE49-F238E27FC236}">
                <a16:creationId xmlns:a16="http://schemas.microsoft.com/office/drawing/2014/main" id="{BC168D94-20DF-9647-607F-3DEBED05ECEB}"/>
              </a:ext>
            </a:extLst>
          </p:cNvPr>
          <p:cNvSpPr>
            <a:spLocks noGrp="1"/>
          </p:cNvSpPr>
          <p:nvPr>
            <p:ph sz="quarter" idx="12"/>
          </p:nvPr>
        </p:nvSpPr>
        <p:spPr>
          <a:xfrm>
            <a:off x="6519672" y="2130552"/>
            <a:ext cx="4910328" cy="39593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BB11874E-F900-D5BE-5274-49CBA7F946EC}"/>
              </a:ext>
            </a:extLst>
          </p:cNvPr>
          <p:cNvSpPr>
            <a:spLocks noGrp="1"/>
          </p:cNvSpPr>
          <p:nvPr>
            <p:ph type="ftr" sz="quarter" idx="11"/>
          </p:nvPr>
        </p:nvSpPr>
        <p:spPr/>
        <p:txBody>
          <a:bodyPr/>
          <a:lstStyle/>
          <a:p>
            <a:r>
              <a:rPr lang="en-US" dirty="0"/>
              <a:t>Add Footer</a:t>
            </a:r>
          </a:p>
        </p:txBody>
      </p:sp>
      <p:sp>
        <p:nvSpPr>
          <p:cNvPr id="3" name="Slide Number Placeholder 2">
            <a:extLst>
              <a:ext uri="{FF2B5EF4-FFF2-40B4-BE49-F238E27FC236}">
                <a16:creationId xmlns:a16="http://schemas.microsoft.com/office/drawing/2014/main" id="{E039C676-DCFE-2801-253F-061508F6110B}"/>
              </a:ext>
            </a:extLst>
          </p:cNvPr>
          <p:cNvSpPr>
            <a:spLocks noGrp="1"/>
          </p:cNvSpPr>
          <p:nvPr>
            <p:ph type="sldNum" sz="quarter" idx="10"/>
          </p:nvPr>
        </p:nvSpPr>
        <p:spPr/>
        <p:txBody>
          <a:bodyPr/>
          <a:lstStyle/>
          <a:p>
            <a:pPr algn="ctr"/>
            <a:fld id="{19B51A1E-902D-48AF-9020-955120F399B6}" type="slidenum">
              <a:rPr lang="en-US" smtClean="0"/>
              <a:pPr algn="ctr"/>
              <a:t>‹#›</a:t>
            </a:fld>
            <a:endParaRPr lang="en-US" dirty="0"/>
          </a:p>
        </p:txBody>
      </p:sp>
    </p:spTree>
    <p:extLst>
      <p:ext uri="{BB962C8B-B14F-4D97-AF65-F5344CB8AC3E}">
        <p14:creationId xmlns:p14="http://schemas.microsoft.com/office/powerpoint/2010/main" val="569245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FAF073C-F11E-EB24-742E-8B7ED02C877E}"/>
              </a:ext>
            </a:extLst>
          </p:cNvPr>
          <p:cNvSpPr>
            <a:spLocks noGrp="1"/>
          </p:cNvSpPr>
          <p:nvPr>
            <p:ph type="title"/>
          </p:nvPr>
        </p:nvSpPr>
        <p:spPr/>
        <p:txBody>
          <a:bodyPr/>
          <a:lstStyle/>
          <a:p>
            <a:r>
              <a:rPr lang="en-US"/>
              <a:t>Click to edit Master title style</a:t>
            </a:r>
            <a:endParaRPr lang="en-US" dirty="0"/>
          </a:p>
        </p:txBody>
      </p:sp>
      <p:sp>
        <p:nvSpPr>
          <p:cNvPr id="5" name="Content Placeholder 5">
            <a:extLst>
              <a:ext uri="{FF2B5EF4-FFF2-40B4-BE49-F238E27FC236}">
                <a16:creationId xmlns:a16="http://schemas.microsoft.com/office/drawing/2014/main" id="{A88B6212-D12B-E47E-327B-D1DDE7D71397}"/>
              </a:ext>
            </a:extLst>
          </p:cNvPr>
          <p:cNvSpPr>
            <a:spLocks noGrp="1"/>
          </p:cNvSpPr>
          <p:nvPr>
            <p:ph sz="quarter" idx="13"/>
          </p:nvPr>
        </p:nvSpPr>
        <p:spPr>
          <a:xfrm>
            <a:off x="768096" y="2130552"/>
            <a:ext cx="4206240" cy="3959352"/>
          </a:xfrm>
        </p:spPr>
        <p:txBody>
          <a:bodyPr anchor="t"/>
          <a:lstStyle>
            <a:lvl1pPr marL="347472">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a:extLst>
              <a:ext uri="{FF2B5EF4-FFF2-40B4-BE49-F238E27FC236}">
                <a16:creationId xmlns:a16="http://schemas.microsoft.com/office/drawing/2014/main" id="{BC168D94-20DF-9647-607F-3DEBED05ECEB}"/>
              </a:ext>
            </a:extLst>
          </p:cNvPr>
          <p:cNvSpPr>
            <a:spLocks noGrp="1"/>
          </p:cNvSpPr>
          <p:nvPr>
            <p:ph sz="quarter" idx="12"/>
          </p:nvPr>
        </p:nvSpPr>
        <p:spPr>
          <a:xfrm>
            <a:off x="5513832" y="2176272"/>
            <a:ext cx="5907024" cy="39593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BB11874E-F900-D5BE-5274-49CBA7F946EC}"/>
              </a:ext>
            </a:extLst>
          </p:cNvPr>
          <p:cNvSpPr>
            <a:spLocks noGrp="1"/>
          </p:cNvSpPr>
          <p:nvPr>
            <p:ph type="ftr" sz="quarter" idx="11"/>
          </p:nvPr>
        </p:nvSpPr>
        <p:spPr/>
        <p:txBody>
          <a:bodyPr/>
          <a:lstStyle/>
          <a:p>
            <a:r>
              <a:rPr lang="en-US" dirty="0"/>
              <a:t>Add Footer</a:t>
            </a:r>
          </a:p>
        </p:txBody>
      </p:sp>
      <p:sp>
        <p:nvSpPr>
          <p:cNvPr id="3" name="Slide Number Placeholder 2">
            <a:extLst>
              <a:ext uri="{FF2B5EF4-FFF2-40B4-BE49-F238E27FC236}">
                <a16:creationId xmlns:a16="http://schemas.microsoft.com/office/drawing/2014/main" id="{E039C676-DCFE-2801-253F-061508F6110B}"/>
              </a:ext>
            </a:extLst>
          </p:cNvPr>
          <p:cNvSpPr>
            <a:spLocks noGrp="1"/>
          </p:cNvSpPr>
          <p:nvPr>
            <p:ph type="sldNum" sz="quarter" idx="10"/>
          </p:nvPr>
        </p:nvSpPr>
        <p:spPr/>
        <p:txBody>
          <a:bodyPr/>
          <a:lstStyle/>
          <a:p>
            <a:pPr algn="ctr"/>
            <a:fld id="{19B51A1E-902D-48AF-9020-955120F399B6}" type="slidenum">
              <a:rPr lang="en-US" smtClean="0"/>
              <a:pPr algn="ctr"/>
              <a:t>‹#›</a:t>
            </a:fld>
            <a:endParaRPr lang="en-US" dirty="0"/>
          </a:p>
        </p:txBody>
      </p:sp>
    </p:spTree>
    <p:extLst>
      <p:ext uri="{BB962C8B-B14F-4D97-AF65-F5344CB8AC3E}">
        <p14:creationId xmlns:p14="http://schemas.microsoft.com/office/powerpoint/2010/main" val="6455392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03">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FAF073C-F11E-EB24-742E-8B7ED02C877E}"/>
              </a:ext>
            </a:extLst>
          </p:cNvPr>
          <p:cNvSpPr>
            <a:spLocks noGrp="1"/>
          </p:cNvSpPr>
          <p:nvPr>
            <p:ph type="title"/>
          </p:nvPr>
        </p:nvSpPr>
        <p:spPr/>
        <p:txBody>
          <a:bodyPr/>
          <a:lstStyle/>
          <a:p>
            <a:r>
              <a:rPr lang="en-US"/>
              <a:t>Click to edit Master title style</a:t>
            </a:r>
            <a:endParaRPr lang="en-US" dirty="0"/>
          </a:p>
        </p:txBody>
      </p:sp>
      <p:sp>
        <p:nvSpPr>
          <p:cNvPr id="6" name="Content Placeholder 5">
            <a:extLst>
              <a:ext uri="{FF2B5EF4-FFF2-40B4-BE49-F238E27FC236}">
                <a16:creationId xmlns:a16="http://schemas.microsoft.com/office/drawing/2014/main" id="{BC168D94-20DF-9647-607F-3DEBED05ECEB}"/>
              </a:ext>
            </a:extLst>
          </p:cNvPr>
          <p:cNvSpPr>
            <a:spLocks noGrp="1"/>
          </p:cNvSpPr>
          <p:nvPr>
            <p:ph sz="quarter" idx="12"/>
          </p:nvPr>
        </p:nvSpPr>
        <p:spPr>
          <a:xfrm>
            <a:off x="768096" y="2176272"/>
            <a:ext cx="10652760" cy="39593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BB11874E-F900-D5BE-5274-49CBA7F946EC}"/>
              </a:ext>
            </a:extLst>
          </p:cNvPr>
          <p:cNvSpPr>
            <a:spLocks noGrp="1"/>
          </p:cNvSpPr>
          <p:nvPr>
            <p:ph type="ftr" sz="quarter" idx="11"/>
          </p:nvPr>
        </p:nvSpPr>
        <p:spPr/>
        <p:txBody>
          <a:bodyPr/>
          <a:lstStyle/>
          <a:p>
            <a:r>
              <a:rPr lang="en-US" dirty="0"/>
              <a:t>Add Footer</a:t>
            </a:r>
          </a:p>
        </p:txBody>
      </p:sp>
      <p:sp>
        <p:nvSpPr>
          <p:cNvPr id="3" name="Slide Number Placeholder 2">
            <a:extLst>
              <a:ext uri="{FF2B5EF4-FFF2-40B4-BE49-F238E27FC236}">
                <a16:creationId xmlns:a16="http://schemas.microsoft.com/office/drawing/2014/main" id="{E039C676-DCFE-2801-253F-061508F6110B}"/>
              </a:ext>
            </a:extLst>
          </p:cNvPr>
          <p:cNvSpPr>
            <a:spLocks noGrp="1"/>
          </p:cNvSpPr>
          <p:nvPr>
            <p:ph type="sldNum" sz="quarter" idx="10"/>
          </p:nvPr>
        </p:nvSpPr>
        <p:spPr/>
        <p:txBody>
          <a:bodyPr/>
          <a:lstStyle/>
          <a:p>
            <a:pPr algn="ctr"/>
            <a:fld id="{19B51A1E-902D-48AF-9020-955120F399B6}" type="slidenum">
              <a:rPr lang="en-US" smtClean="0"/>
              <a:pPr algn="ctr"/>
              <a:t>‹#›</a:t>
            </a:fld>
            <a:endParaRPr lang="en-US" dirty="0"/>
          </a:p>
        </p:txBody>
      </p:sp>
    </p:spTree>
    <p:extLst>
      <p:ext uri="{BB962C8B-B14F-4D97-AF65-F5344CB8AC3E}">
        <p14:creationId xmlns:p14="http://schemas.microsoft.com/office/powerpoint/2010/main" val="2371214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B901B-82D0-753E-153F-463C1DFF4EB8}"/>
              </a:ext>
            </a:extLst>
          </p:cNvPr>
          <p:cNvSpPr>
            <a:spLocks noGrp="1"/>
          </p:cNvSpPr>
          <p:nvPr>
            <p:ph type="title"/>
          </p:nvPr>
        </p:nvSpPr>
        <p:spPr>
          <a:xfrm>
            <a:off x="768096" y="996696"/>
            <a:ext cx="8668512" cy="2432304"/>
          </a:xfrm>
        </p:spPr>
        <p:txBody>
          <a:bodyPr lIns="91440" tIns="45720" rIns="91440" bIns="45720" anchor="t"/>
          <a:lstStyle>
            <a:lvl1pPr>
              <a:defRPr sz="6000" b="1">
                <a:solidFill>
                  <a:schemeClr val="bg1"/>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AB9FF1EC-CF79-CED7-3907-6CC3EC921B45}"/>
              </a:ext>
            </a:extLst>
          </p:cNvPr>
          <p:cNvSpPr>
            <a:spLocks noGrp="1"/>
          </p:cNvSpPr>
          <p:nvPr>
            <p:ph type="body" sz="quarter" idx="10"/>
          </p:nvPr>
        </p:nvSpPr>
        <p:spPr>
          <a:xfrm>
            <a:off x="6099048" y="3429000"/>
            <a:ext cx="5340096" cy="2660904"/>
          </a:xfrm>
        </p:spPr>
        <p:txBody>
          <a:bodyPr anchor="b"/>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pic>
        <p:nvPicPr>
          <p:cNvPr id="7" name="Graphic 6">
            <a:extLst>
              <a:ext uri="{FF2B5EF4-FFF2-40B4-BE49-F238E27FC236}">
                <a16:creationId xmlns:a16="http://schemas.microsoft.com/office/drawing/2014/main" id="{F291867A-07AF-138A-AC57-59D328A6095D}"/>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22" r="19404" b="26232"/>
          <a:stretch/>
        </p:blipFill>
        <p:spPr>
          <a:xfrm rot="5400000" flipH="1" flipV="1">
            <a:off x="8651875" y="625473"/>
            <a:ext cx="4165601" cy="2914652"/>
          </a:xfrm>
          <a:prstGeom prst="rect">
            <a:avLst/>
          </a:prstGeom>
        </p:spPr>
      </p:pic>
      <p:pic>
        <p:nvPicPr>
          <p:cNvPr id="8" name="Graphic 7">
            <a:extLst>
              <a:ext uri="{FF2B5EF4-FFF2-40B4-BE49-F238E27FC236}">
                <a16:creationId xmlns:a16="http://schemas.microsoft.com/office/drawing/2014/main" id="{1F7C5AD9-C0FD-61EF-DDC7-8F4701419940}"/>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533" t="-8495" r="43883" b="25558"/>
          <a:stretch/>
        </p:blipFill>
        <p:spPr>
          <a:xfrm>
            <a:off x="10201275" y="1898651"/>
            <a:ext cx="1990725" cy="4959349"/>
          </a:xfrm>
          <a:prstGeom prst="rect">
            <a:avLst/>
          </a:prstGeom>
        </p:spPr>
      </p:pic>
      <p:pic>
        <p:nvPicPr>
          <p:cNvPr id="9" name="Graphic 8">
            <a:extLst>
              <a:ext uri="{FF2B5EF4-FFF2-40B4-BE49-F238E27FC236}">
                <a16:creationId xmlns:a16="http://schemas.microsoft.com/office/drawing/2014/main" id="{3398A539-AF73-E115-3EDF-231BC59E68D3}"/>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l="1027" t="1169" r="27094" b="32980"/>
          <a:stretch/>
        </p:blipFill>
        <p:spPr>
          <a:xfrm rot="10800000" flipV="1">
            <a:off x="-1" y="2988379"/>
            <a:ext cx="5335584" cy="3869622"/>
          </a:xfrm>
          <a:prstGeom prst="rect">
            <a:avLst/>
          </a:prstGeom>
        </p:spPr>
      </p:pic>
    </p:spTree>
    <p:extLst>
      <p:ext uri="{BB962C8B-B14F-4D97-AF65-F5344CB8AC3E}">
        <p14:creationId xmlns:p14="http://schemas.microsoft.com/office/powerpoint/2010/main" val="18277698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0F41A2-6535-4CA6-81E4-026A5B56D9D7}"/>
              </a:ext>
            </a:extLst>
          </p:cNvPr>
          <p:cNvSpPr>
            <a:spLocks noGrp="1"/>
          </p:cNvSpPr>
          <p:nvPr>
            <p:ph type="title"/>
          </p:nvPr>
        </p:nvSpPr>
        <p:spPr>
          <a:xfrm>
            <a:off x="768096" y="996696"/>
            <a:ext cx="10652760" cy="914400"/>
          </a:xfrm>
          <a:prstGeom prst="rect">
            <a:avLst/>
          </a:prstGeom>
          <a:noFill/>
        </p:spPr>
        <p:txBody>
          <a:bodyPr vert="horz" lIns="91440" tIns="45720" rIns="91440" bIns="45720" rtlCol="0" anchor="t">
            <a:noAutofit/>
          </a:bodyPr>
          <a:lstStyle/>
          <a:p>
            <a:r>
              <a:rPr lang="en-US" noProof="0"/>
              <a:t>Click to edit page title</a:t>
            </a:r>
          </a:p>
        </p:txBody>
      </p:sp>
      <p:sp>
        <p:nvSpPr>
          <p:cNvPr id="3" name="Text Placeholder 2">
            <a:extLst>
              <a:ext uri="{FF2B5EF4-FFF2-40B4-BE49-F238E27FC236}">
                <a16:creationId xmlns:a16="http://schemas.microsoft.com/office/drawing/2014/main" id="{213AB95C-7DD4-4796-80E4-1B7466A2A037}"/>
              </a:ext>
            </a:extLst>
          </p:cNvPr>
          <p:cNvSpPr>
            <a:spLocks noGrp="1"/>
          </p:cNvSpPr>
          <p:nvPr>
            <p:ph type="body" idx="1"/>
          </p:nvPr>
        </p:nvSpPr>
        <p:spPr>
          <a:xfrm>
            <a:off x="768096" y="2450591"/>
            <a:ext cx="10652761" cy="34875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Slide Number Placeholder 5">
            <a:extLst>
              <a:ext uri="{FF2B5EF4-FFF2-40B4-BE49-F238E27FC236}">
                <a16:creationId xmlns:a16="http://schemas.microsoft.com/office/drawing/2014/main" id="{5ECA3099-A94F-4C3E-BC29-780EDD38F722}"/>
              </a:ext>
            </a:extLst>
          </p:cNvPr>
          <p:cNvSpPr>
            <a:spLocks noGrp="1"/>
          </p:cNvSpPr>
          <p:nvPr>
            <p:ph type="sldNum" sz="quarter" idx="4"/>
          </p:nvPr>
        </p:nvSpPr>
        <p:spPr>
          <a:xfrm>
            <a:off x="11734800" y="6400800"/>
            <a:ext cx="457200" cy="457200"/>
          </a:xfrm>
          <a:prstGeom prst="rect">
            <a:avLst/>
          </a:prstGeom>
          <a:noFill/>
        </p:spPr>
        <p:txBody>
          <a:bodyPr anchor="ctr"/>
          <a:lstStyle>
            <a:lvl1pPr algn="ctr">
              <a:defRPr lang="en-US" sz="1200" b="1" i="0" smtClean="0">
                <a:solidFill>
                  <a:schemeClr val="accent3"/>
                </a:solidFill>
                <a:latin typeface="+mn-lt"/>
              </a:defRPr>
            </a:lvl1pPr>
          </a:lstStyle>
          <a:p>
            <a:fld id="{19B51A1E-902D-48AF-9020-955120F399B6}" type="slidenum">
              <a:rPr lang="en-US" smtClean="0"/>
              <a:pPr/>
              <a:t>‹#›</a:t>
            </a:fld>
            <a:endParaRPr lang="en-US" dirty="0"/>
          </a:p>
        </p:txBody>
      </p:sp>
      <p:sp>
        <p:nvSpPr>
          <p:cNvPr id="4" name="TextBox 3">
            <a:extLst>
              <a:ext uri="{FF2B5EF4-FFF2-40B4-BE49-F238E27FC236}">
                <a16:creationId xmlns:a16="http://schemas.microsoft.com/office/drawing/2014/main" id="{066E99AD-9348-1084-6E11-26968BDE3782}"/>
              </a:ext>
            </a:extLst>
          </p:cNvPr>
          <p:cNvSpPr txBox="1"/>
          <p:nvPr userDrawn="1"/>
        </p:nvSpPr>
        <p:spPr>
          <a:xfrm>
            <a:off x="11741419" y="-1537"/>
            <a:ext cx="457200" cy="457200"/>
          </a:xfrm>
          <a:prstGeom prst="rect">
            <a:avLst/>
          </a:prstGeom>
          <a:noFill/>
        </p:spPr>
        <p:txBody>
          <a:bodyPr wrap="square" rtlCol="0" anchor="ctr">
            <a:noAutofit/>
          </a:bodyPr>
          <a:lstStyle/>
          <a:p>
            <a:pPr algn="ctr"/>
            <a:r>
              <a:rPr lang="en-US" sz="4000" b="0" dirty="0">
                <a:solidFill>
                  <a:schemeClr val="accent3"/>
                </a:solidFill>
                <a:latin typeface="+mn-lt"/>
                <a:ea typeface="BIZ UDPGothic" panose="020B0400000000000000" pitchFamily="34" charset="-128"/>
              </a:rPr>
              <a:t>*</a:t>
            </a:r>
          </a:p>
        </p:txBody>
      </p:sp>
      <p:cxnSp>
        <p:nvCxnSpPr>
          <p:cNvPr id="5" name="Straight Connector 4">
            <a:extLst>
              <a:ext uri="{FF2B5EF4-FFF2-40B4-BE49-F238E27FC236}">
                <a16:creationId xmlns:a16="http://schemas.microsoft.com/office/drawing/2014/main" id="{12047422-8CC9-77AE-C87B-852011B8253E}"/>
              </a:ext>
            </a:extLst>
          </p:cNvPr>
          <p:cNvCxnSpPr>
            <a:cxnSpLocks/>
          </p:cNvCxnSpPr>
          <p:nvPr userDrawn="1"/>
        </p:nvCxnSpPr>
        <p:spPr>
          <a:xfrm>
            <a:off x="0" y="457200"/>
            <a:ext cx="12192000" cy="0"/>
          </a:xfrm>
          <a:prstGeom prst="line">
            <a:avLst/>
          </a:prstGeom>
          <a:ln w="63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FC25401-8B16-54B2-8DFB-324B1C3F7DD3}"/>
              </a:ext>
            </a:extLst>
          </p:cNvPr>
          <p:cNvCxnSpPr>
            <a:cxnSpLocks/>
          </p:cNvCxnSpPr>
          <p:nvPr userDrawn="1"/>
        </p:nvCxnSpPr>
        <p:spPr>
          <a:xfrm>
            <a:off x="11734800" y="0"/>
            <a:ext cx="0" cy="685800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Footer Placeholder 5">
            <a:extLst>
              <a:ext uri="{FF2B5EF4-FFF2-40B4-BE49-F238E27FC236}">
                <a16:creationId xmlns:a16="http://schemas.microsoft.com/office/drawing/2014/main" id="{4702C82C-C24B-9094-A3C6-7670E28B8D16}"/>
              </a:ext>
            </a:extLst>
          </p:cNvPr>
          <p:cNvSpPr>
            <a:spLocks noGrp="1"/>
          </p:cNvSpPr>
          <p:nvPr>
            <p:ph type="ftr" sz="quarter" idx="3"/>
          </p:nvPr>
        </p:nvSpPr>
        <p:spPr>
          <a:xfrm rot="5400000">
            <a:off x="8991601" y="3200399"/>
            <a:ext cx="5943596" cy="457199"/>
          </a:xfrm>
          <a:prstGeom prst="rect">
            <a:avLst/>
          </a:prstGeom>
        </p:spPr>
        <p:txBody>
          <a:bodyPr anchor="ctr"/>
          <a:lstStyle>
            <a:lvl1pPr algn="ctr">
              <a:defRPr sz="1200" b="1" i="0" spc="0">
                <a:solidFill>
                  <a:schemeClr val="accent3"/>
                </a:solidFill>
                <a:latin typeface="+mn-lt"/>
              </a:defRPr>
            </a:lvl1pPr>
          </a:lstStyle>
          <a:p>
            <a:r>
              <a:rPr lang="en-US"/>
              <a:t>Add Footer</a:t>
            </a:r>
            <a:endParaRPr lang="en-US" dirty="0"/>
          </a:p>
        </p:txBody>
      </p:sp>
    </p:spTree>
    <p:extLst>
      <p:ext uri="{BB962C8B-B14F-4D97-AF65-F5344CB8AC3E}">
        <p14:creationId xmlns:p14="http://schemas.microsoft.com/office/powerpoint/2010/main" val="946163275"/>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hf hdr="0" ftr="0" dt="0"/>
  <p:txStyles>
    <p:titleStyle>
      <a:lvl1pPr algn="l" defTabSz="914400" rtl="0" eaLnBrk="1" latinLnBrk="0" hangingPunct="1">
        <a:lnSpc>
          <a:spcPct val="75000"/>
        </a:lnSpc>
        <a:spcBef>
          <a:spcPct val="0"/>
        </a:spcBef>
        <a:buNone/>
        <a:defRPr sz="4000" b="1" kern="1200" spc="-150" baseline="0">
          <a:solidFill>
            <a:schemeClr val="accent3"/>
          </a:solidFill>
          <a:latin typeface="+mj-lt"/>
          <a:ea typeface="+mj-ea"/>
          <a:cs typeface="+mj-cs"/>
        </a:defRPr>
      </a:lvl1pPr>
    </p:titleStyle>
    <p:bodyStyle>
      <a:lvl1pPr marL="347472" indent="-347472" algn="l" defTabSz="914400" rtl="0" eaLnBrk="1" latinLnBrk="0" hangingPunct="1">
        <a:lnSpc>
          <a:spcPct val="125000"/>
        </a:lnSpc>
        <a:spcBef>
          <a:spcPts val="0"/>
        </a:spcBef>
        <a:buClrTx/>
        <a:buFont typeface="Arial" panose="020B0604020202020204" pitchFamily="34" charset="0"/>
        <a:buChar char="•"/>
        <a:defRPr sz="1800" kern="1200">
          <a:solidFill>
            <a:schemeClr val="tx1">
              <a:lumMod val="75000"/>
              <a:lumOff val="25000"/>
            </a:schemeClr>
          </a:solidFill>
          <a:latin typeface="+mn-lt"/>
          <a:ea typeface="+mn-ea"/>
          <a:cs typeface="+mn-cs"/>
        </a:defRPr>
      </a:lvl1pPr>
      <a:lvl2pPr marL="731520" indent="-347472" algn="l" defTabSz="914400" rtl="0" eaLnBrk="1" latinLnBrk="0" hangingPunct="1">
        <a:lnSpc>
          <a:spcPct val="125000"/>
        </a:lnSpc>
        <a:spcBef>
          <a:spcPts val="0"/>
        </a:spcBef>
        <a:buClrTx/>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097280" indent="-347472" algn="l" defTabSz="914400" rtl="0" eaLnBrk="1" latinLnBrk="0" hangingPunct="1">
        <a:lnSpc>
          <a:spcPct val="125000"/>
        </a:lnSpc>
        <a:spcBef>
          <a:spcPts val="0"/>
        </a:spcBef>
        <a:buClrTx/>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463040" indent="-347472" algn="l" defTabSz="914400" rtl="0" eaLnBrk="1" latinLnBrk="0" hangingPunct="1">
        <a:lnSpc>
          <a:spcPct val="125000"/>
        </a:lnSpc>
        <a:spcBef>
          <a:spcPts val="0"/>
        </a:spcBef>
        <a:buClrTx/>
        <a:buFont typeface="Arial" panose="020B0604020202020204" pitchFamily="34" charset="0"/>
        <a:buChar char="•"/>
        <a:defRPr sz="1800" kern="1200">
          <a:solidFill>
            <a:schemeClr val="tx1">
              <a:lumMod val="75000"/>
              <a:lumOff val="25000"/>
            </a:schemeClr>
          </a:solidFill>
          <a:latin typeface="+mn-lt"/>
          <a:ea typeface="+mn-ea"/>
          <a:cs typeface="+mn-cs"/>
        </a:defRPr>
      </a:lvl4pPr>
      <a:lvl5pPr marL="1828800" indent="-347472" algn="l" defTabSz="914400" rtl="0" eaLnBrk="1" latinLnBrk="0" hangingPunct="1">
        <a:lnSpc>
          <a:spcPct val="125000"/>
        </a:lnSpc>
        <a:spcBef>
          <a:spcPts val="0"/>
        </a:spcBef>
        <a:buClrTx/>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40570-13B1-E20C-28EA-4514891DB373}"/>
              </a:ext>
            </a:extLst>
          </p:cNvPr>
          <p:cNvSpPr>
            <a:spLocks noGrp="1"/>
          </p:cNvSpPr>
          <p:nvPr>
            <p:ph type="title"/>
          </p:nvPr>
        </p:nvSpPr>
        <p:spPr>
          <a:xfrm>
            <a:off x="768096" y="996696"/>
            <a:ext cx="10689336" cy="3383280"/>
          </a:xfrm>
        </p:spPr>
        <p:txBody>
          <a:bodyPr/>
          <a:lstStyle/>
          <a:p>
            <a:r>
              <a:rPr lang="en-US" dirty="0"/>
              <a:t>AI-Integrated Blockchain-Based medicine tracking system </a:t>
            </a:r>
          </a:p>
        </p:txBody>
      </p:sp>
      <p:sp>
        <p:nvSpPr>
          <p:cNvPr id="3" name="Text Placeholder 2">
            <a:extLst>
              <a:ext uri="{FF2B5EF4-FFF2-40B4-BE49-F238E27FC236}">
                <a16:creationId xmlns:a16="http://schemas.microsoft.com/office/drawing/2014/main" id="{E9D97285-76D8-7E4B-5301-2C5C7F50D0A6}"/>
              </a:ext>
            </a:extLst>
          </p:cNvPr>
          <p:cNvSpPr>
            <a:spLocks noGrp="1"/>
          </p:cNvSpPr>
          <p:nvPr>
            <p:ph type="body" sz="quarter" idx="10"/>
          </p:nvPr>
        </p:nvSpPr>
        <p:spPr>
          <a:xfrm>
            <a:off x="6099048" y="4718304"/>
            <a:ext cx="5367528" cy="1371600"/>
          </a:xfrm>
        </p:spPr>
        <p:txBody>
          <a:bodyPr>
            <a:noAutofit/>
          </a:bodyPr>
          <a:lstStyle/>
          <a:p>
            <a:r>
              <a:rPr lang="en-US" sz="1600" b="1" dirty="0">
                <a:latin typeface="Times" pitchFamily="18" charset="0"/>
              </a:rPr>
              <a:t>Team Name</a:t>
            </a:r>
            <a:r>
              <a:rPr lang="en-US" sz="1600" dirty="0">
                <a:latin typeface="Times" pitchFamily="18" charset="0"/>
              </a:rPr>
              <a:t>: BITRONIX</a:t>
            </a:r>
          </a:p>
          <a:p>
            <a:r>
              <a:rPr lang="en-US" sz="1600" b="1" dirty="0">
                <a:latin typeface="Times" pitchFamily="18" charset="0"/>
              </a:rPr>
              <a:t>Team Members: </a:t>
            </a:r>
          </a:p>
          <a:p>
            <a:r>
              <a:rPr lang="en-US" sz="1600" dirty="0">
                <a:latin typeface="Times" pitchFamily="18" charset="0"/>
              </a:rPr>
              <a:t>Archana Kedareshwari</a:t>
            </a:r>
          </a:p>
          <a:p>
            <a:r>
              <a:rPr lang="en-US" sz="1600" dirty="0">
                <a:latin typeface="Times" pitchFamily="18" charset="0"/>
              </a:rPr>
              <a:t>Meghana N</a:t>
            </a:r>
          </a:p>
          <a:p>
            <a:r>
              <a:rPr lang="en-US" sz="1600" dirty="0">
                <a:latin typeface="Times" pitchFamily="18" charset="0"/>
              </a:rPr>
              <a:t>Kathyayani N</a:t>
            </a:r>
          </a:p>
          <a:p>
            <a:r>
              <a:rPr lang="en-US" sz="1600" dirty="0">
                <a:latin typeface="Times" pitchFamily="18" charset="0"/>
              </a:rPr>
              <a:t>Geethanjali Polani</a:t>
            </a:r>
          </a:p>
        </p:txBody>
      </p:sp>
    </p:spTree>
    <p:extLst>
      <p:ext uri="{BB962C8B-B14F-4D97-AF65-F5344CB8AC3E}">
        <p14:creationId xmlns:p14="http://schemas.microsoft.com/office/powerpoint/2010/main" val="1068343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3ADF6CA-8CF2-F784-C54C-19B53962377A}"/>
              </a:ext>
            </a:extLst>
          </p:cNvPr>
          <p:cNvSpPr>
            <a:spLocks noGrp="1"/>
          </p:cNvSpPr>
          <p:nvPr>
            <p:ph type="sldNum" sz="quarter" idx="10"/>
          </p:nvPr>
        </p:nvSpPr>
        <p:spPr>
          <a:xfrm>
            <a:off x="11734800" y="6400800"/>
            <a:ext cx="457200" cy="457200"/>
          </a:xfrm>
        </p:spPr>
        <p:txBody>
          <a:bodyPr/>
          <a:lstStyle/>
          <a:p>
            <a:fld id="{19B51A1E-902D-48AF-9020-955120F399B6}" type="slidenum">
              <a:rPr lang="en-US" smtClean="0"/>
              <a:pPr/>
              <a:t>2</a:t>
            </a:fld>
            <a:endParaRPr lang="en-US" dirty="0"/>
          </a:p>
        </p:txBody>
      </p:sp>
      <p:sp>
        <p:nvSpPr>
          <p:cNvPr id="7" name="TextBox 6">
            <a:extLst>
              <a:ext uri="{FF2B5EF4-FFF2-40B4-BE49-F238E27FC236}">
                <a16:creationId xmlns:a16="http://schemas.microsoft.com/office/drawing/2014/main" id="{0F10097D-F303-9AFD-EB6E-33EC9CF921A2}"/>
              </a:ext>
            </a:extLst>
          </p:cNvPr>
          <p:cNvSpPr txBox="1"/>
          <p:nvPr/>
        </p:nvSpPr>
        <p:spPr>
          <a:xfrm>
            <a:off x="6027174" y="996696"/>
            <a:ext cx="5396730" cy="2345322"/>
          </a:xfrm>
          <a:prstGeom prst="rect">
            <a:avLst/>
          </a:prstGeom>
          <a:noFill/>
        </p:spPr>
        <p:txBody>
          <a:bodyPr wrap="square" rtlCol="0">
            <a:spAutoFit/>
          </a:bodyPr>
          <a:lstStyle/>
          <a:p>
            <a:pPr algn="just">
              <a:lnSpc>
                <a:spcPct val="150000"/>
              </a:lnSpc>
            </a:pPr>
            <a:r>
              <a:rPr lang="en-IN" sz="2000" b="1" dirty="0">
                <a:latin typeface="Times New Roman" panose="02020603050405020304" pitchFamily="18" charset="0"/>
                <a:cs typeface="Times New Roman" panose="02020603050405020304" pitchFamily="18" charset="0"/>
              </a:rPr>
              <a:t>Objectives </a:t>
            </a:r>
            <a:endParaRPr lang="en-IN"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To develop a secure and transparent system using Blockchain and AI that can track, verify, and ensure the authenticity of medicines throughout the supply chain — from manufacturer to consumer.</a:t>
            </a:r>
            <a:endParaRPr lang="en-IN" sz="20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1046DAB9-636C-A267-DB0F-925A98070C83}"/>
              </a:ext>
            </a:extLst>
          </p:cNvPr>
          <p:cNvSpPr txBox="1"/>
          <p:nvPr/>
        </p:nvSpPr>
        <p:spPr>
          <a:xfrm>
            <a:off x="546652" y="3786809"/>
            <a:ext cx="5480522" cy="2806987"/>
          </a:xfrm>
          <a:prstGeom prst="rect">
            <a:avLst/>
          </a:prstGeom>
          <a:noFill/>
        </p:spPr>
        <p:txBody>
          <a:bodyPr wrap="square" rtlCol="0">
            <a:spAutoFit/>
          </a:bodyPr>
          <a:lstStyle/>
          <a:p>
            <a:pPr algn="just">
              <a:lnSpc>
                <a:spcPct val="150000"/>
              </a:lnSpc>
            </a:pPr>
            <a:r>
              <a:rPr lang="en-IN" sz="2000" b="1" dirty="0">
                <a:latin typeface="Times New Roman" panose="02020603050405020304" pitchFamily="18" charset="0"/>
                <a:cs typeface="Times New Roman" panose="02020603050405020304" pitchFamily="18" charset="0"/>
              </a:rPr>
              <a:t>Proposed solution</a:t>
            </a:r>
          </a:p>
          <a:p>
            <a:pPr algn="just">
              <a:lnSpc>
                <a:spcPct val="150000"/>
              </a:lnSpc>
            </a:pPr>
            <a:r>
              <a:rPr lang="en-US" sz="2000" dirty="0">
                <a:latin typeface="Times New Roman" panose="02020603050405020304" pitchFamily="18" charset="0"/>
                <a:cs typeface="Times New Roman" panose="02020603050405020304" pitchFamily="18" charset="0"/>
              </a:rPr>
              <a:t>Use Blockchain to securely record each stage of a medicine’s journey and AI to detect fake or abnormal transactions. This ensures transparency, authenticity, and safety across the entire medical supply chain.</a:t>
            </a:r>
            <a:endParaRPr lang="en-IN" sz="2000" dirty="0">
              <a:latin typeface="Times New Roman" panose="02020603050405020304" pitchFamily="18" charset="0"/>
              <a:cs typeface="Times New Roman" panose="02020603050405020304" pitchFamily="18" charset="0"/>
            </a:endParaRPr>
          </a:p>
        </p:txBody>
      </p:sp>
      <p:sp>
        <p:nvSpPr>
          <p:cNvPr id="12" name="Rectangle 11">
            <a:extLst>
              <a:ext uri="{FF2B5EF4-FFF2-40B4-BE49-F238E27FC236}">
                <a16:creationId xmlns:a16="http://schemas.microsoft.com/office/drawing/2014/main" id="{A3E3BA74-E542-E4ED-4C09-7D591A3AE6B6}"/>
              </a:ext>
            </a:extLst>
          </p:cNvPr>
          <p:cNvSpPr/>
          <p:nvPr/>
        </p:nvSpPr>
        <p:spPr>
          <a:xfrm>
            <a:off x="268357" y="864705"/>
            <a:ext cx="5396730" cy="2806987"/>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just">
              <a:lnSpc>
                <a:spcPct val="150000"/>
              </a:lnSpc>
            </a:pPr>
            <a:r>
              <a:rPr lang="en-IN" b="1" dirty="0">
                <a:latin typeface="Times New Roman" panose="02020603050405020304" pitchFamily="18" charset="0"/>
                <a:cs typeface="Times New Roman" panose="02020603050405020304" pitchFamily="18" charset="0"/>
              </a:rPr>
              <a:t>Problem Statement </a:t>
            </a:r>
          </a:p>
          <a:p>
            <a:pPr algn="just">
              <a:lnSpc>
                <a:spcPct val="150000"/>
              </a:lnSpc>
            </a:pPr>
            <a:r>
              <a:rPr lang="en-US" dirty="0">
                <a:latin typeface="Times New Roman" panose="02020603050405020304" pitchFamily="18" charset="0"/>
                <a:cs typeface="Times New Roman" panose="02020603050405020304" pitchFamily="18" charset="0"/>
              </a:rPr>
              <a:t>Fake and expired medicines in the supply chain cause serious health risks. Traditional tracking systems lack transparency and are easy to tamper with, making it difficult to verify the authenticity and source of medicines.</a:t>
            </a:r>
            <a:endParaRPr lang="en-IN" dirty="0">
              <a:latin typeface="Times New Roman" panose="02020603050405020304" pitchFamily="18" charset="0"/>
              <a:cs typeface="Times New Roman" panose="02020603050405020304" pitchFamily="18" charset="0"/>
            </a:endParaRPr>
          </a:p>
        </p:txBody>
      </p:sp>
      <p:sp>
        <p:nvSpPr>
          <p:cNvPr id="13" name="Rectangle 12">
            <a:extLst>
              <a:ext uri="{FF2B5EF4-FFF2-40B4-BE49-F238E27FC236}">
                <a16:creationId xmlns:a16="http://schemas.microsoft.com/office/drawing/2014/main" id="{74FAE3E3-DA7C-F8DE-416D-92915A4DC3C5}"/>
              </a:ext>
            </a:extLst>
          </p:cNvPr>
          <p:cNvSpPr/>
          <p:nvPr/>
        </p:nvSpPr>
        <p:spPr>
          <a:xfrm>
            <a:off x="6202017" y="3515983"/>
            <a:ext cx="5221887" cy="2984208"/>
          </a:xfrm>
          <a:prstGeom prst="rect">
            <a:avLst/>
          </a:prstGeom>
          <a:solidFill>
            <a:schemeClr val="bg1">
              <a:lumMod val="9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IN" b="1" dirty="0">
                <a:solidFill>
                  <a:schemeClr val="tx1"/>
                </a:solidFill>
                <a:latin typeface="Times New Roman" panose="02020603050405020304" pitchFamily="18" charset="0"/>
                <a:cs typeface="Times New Roman" panose="02020603050405020304" pitchFamily="18" charset="0"/>
              </a:rPr>
              <a:t>Novelty</a:t>
            </a:r>
          </a:p>
          <a:p>
            <a:pPr algn="just">
              <a:lnSpc>
                <a:spcPct val="150000"/>
              </a:lnSpc>
            </a:pPr>
            <a:r>
              <a:rPr lang="en-US" dirty="0">
                <a:solidFill>
                  <a:schemeClr val="tx1"/>
                </a:solidFill>
                <a:latin typeface="Times New Roman" panose="02020603050405020304" pitchFamily="18" charset="0"/>
                <a:cs typeface="Times New Roman" panose="02020603050405020304" pitchFamily="18" charset="0"/>
              </a:rPr>
              <a:t>This project combines </a:t>
            </a:r>
            <a:r>
              <a:rPr lang="en-US" u="sng" dirty="0">
                <a:solidFill>
                  <a:schemeClr val="tx1"/>
                </a:solidFill>
                <a:latin typeface="Times New Roman" panose="02020603050405020304" pitchFamily="18" charset="0"/>
                <a:cs typeface="Times New Roman" panose="02020603050405020304" pitchFamily="18" charset="0"/>
              </a:rPr>
              <a:t>Blockchain</a:t>
            </a:r>
            <a:r>
              <a:rPr lang="en-US" dirty="0">
                <a:solidFill>
                  <a:schemeClr val="tx1"/>
                </a:solidFill>
                <a:latin typeface="Times New Roman" panose="02020603050405020304" pitchFamily="18" charset="0"/>
                <a:cs typeface="Times New Roman" panose="02020603050405020304" pitchFamily="18" charset="0"/>
              </a:rPr>
              <a:t> and </a:t>
            </a:r>
            <a:r>
              <a:rPr lang="en-US" u="sng" dirty="0">
                <a:solidFill>
                  <a:schemeClr val="tx1"/>
                </a:solidFill>
                <a:latin typeface="Times New Roman" panose="02020603050405020304" pitchFamily="18" charset="0"/>
                <a:cs typeface="Times New Roman" panose="02020603050405020304" pitchFamily="18" charset="0"/>
              </a:rPr>
              <a:t>AI</a:t>
            </a:r>
            <a:r>
              <a:rPr lang="en-US" dirty="0">
                <a:solidFill>
                  <a:schemeClr val="tx1"/>
                </a:solidFill>
                <a:latin typeface="Times New Roman" panose="02020603050405020304" pitchFamily="18" charset="0"/>
                <a:cs typeface="Times New Roman" panose="02020603050405020304" pitchFamily="18" charset="0"/>
              </a:rPr>
              <a:t> to track and verify medicines securely. Unlike existing systems that only store data, our system uses AI to detect fake or unusual transactions and lets users verify authenticity through a </a:t>
            </a:r>
            <a:r>
              <a:rPr lang="en-US" u="sng" dirty="0">
                <a:solidFill>
                  <a:schemeClr val="tx1"/>
                </a:solidFill>
                <a:latin typeface="Times New Roman" panose="02020603050405020304" pitchFamily="18" charset="0"/>
                <a:cs typeface="Times New Roman" panose="02020603050405020304" pitchFamily="18" charset="0"/>
              </a:rPr>
              <a:t>QR</a:t>
            </a:r>
            <a:r>
              <a:rPr lang="en-US" b="1" dirty="0">
                <a:solidFill>
                  <a:schemeClr val="tx1"/>
                </a:solidFill>
                <a:latin typeface="Times New Roman" panose="02020603050405020304" pitchFamily="18" charset="0"/>
                <a:cs typeface="Times New Roman" panose="02020603050405020304" pitchFamily="18" charset="0"/>
              </a:rPr>
              <a:t> </a:t>
            </a:r>
            <a:r>
              <a:rPr lang="en-US" u="sng" dirty="0">
                <a:solidFill>
                  <a:schemeClr val="tx1"/>
                </a:solidFill>
                <a:latin typeface="Times New Roman" panose="02020603050405020304" pitchFamily="18" charset="0"/>
                <a:cs typeface="Times New Roman" panose="02020603050405020304" pitchFamily="18" charset="0"/>
              </a:rPr>
              <a:t>code</a:t>
            </a:r>
            <a:r>
              <a:rPr lang="en-US" dirty="0">
                <a:solidFill>
                  <a:schemeClr val="tx1"/>
                </a:solidFill>
                <a:latin typeface="Times New Roman" panose="02020603050405020304" pitchFamily="18" charset="0"/>
                <a:cs typeface="Times New Roman" panose="02020603050405020304" pitchFamily="18" charset="0"/>
              </a:rPr>
              <a:t>. It offers a simple, low-cost, and intelligent way to prevent counterfeit medicines.</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36062B3C-E5E3-3FDA-98B0-81E3C879BD60}"/>
              </a:ext>
            </a:extLst>
          </p:cNvPr>
          <p:cNvSpPr/>
          <p:nvPr/>
        </p:nvSpPr>
        <p:spPr>
          <a:xfrm>
            <a:off x="3365367" y="136857"/>
            <a:ext cx="4903989" cy="566113"/>
          </a:xfrm>
          <a:prstGeom prst="rect">
            <a:avLst/>
          </a:prstGeom>
          <a:solidFill>
            <a:schemeClr val="bg1">
              <a:lumMod val="9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b="1" dirty="0">
                <a:solidFill>
                  <a:schemeClr val="tx1"/>
                </a:solidFill>
                <a:latin typeface="Times New Roman" panose="02020603050405020304" pitchFamily="18" charset="0"/>
                <a:cs typeface="Times New Roman" panose="02020603050405020304" pitchFamily="18" charset="0"/>
              </a:rPr>
              <a:t>IDEA</a:t>
            </a:r>
            <a:r>
              <a:rPr lang="en-IN" sz="2800" b="1" dirty="0">
                <a:solidFill>
                  <a:schemeClr val="tx1"/>
                </a:solidFill>
              </a:rPr>
              <a:t> </a:t>
            </a:r>
            <a:r>
              <a:rPr lang="en-IN" sz="2800" b="1" dirty="0">
                <a:solidFill>
                  <a:schemeClr val="tx1"/>
                </a:solidFill>
                <a:latin typeface="Times New Roman" panose="02020603050405020304" pitchFamily="18" charset="0"/>
                <a:cs typeface="Times New Roman" panose="02020603050405020304" pitchFamily="18" charset="0"/>
              </a:rPr>
              <a:t>TITLE</a:t>
            </a:r>
          </a:p>
        </p:txBody>
      </p:sp>
    </p:spTree>
    <p:extLst>
      <p:ext uri="{BB962C8B-B14F-4D97-AF65-F5344CB8AC3E}">
        <p14:creationId xmlns:p14="http://schemas.microsoft.com/office/powerpoint/2010/main" val="16595701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2862D79-A142-0EDE-090E-547B1753CD5A}"/>
              </a:ext>
            </a:extLst>
          </p:cNvPr>
          <p:cNvSpPr/>
          <p:nvPr/>
        </p:nvSpPr>
        <p:spPr>
          <a:xfrm>
            <a:off x="861616" y="909549"/>
            <a:ext cx="2277979" cy="1395663"/>
          </a:xfrm>
          <a:prstGeom prst="rect">
            <a:avLst/>
          </a:prstGeom>
          <a:solidFill>
            <a:schemeClr val="bg1">
              <a:lumMod val="9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latin typeface="Times New Roman" panose="02020603050405020304" pitchFamily="18" charset="0"/>
                <a:cs typeface="Times New Roman" panose="02020603050405020304" pitchFamily="18" charset="0"/>
              </a:rPr>
              <a:t>Manufacturer</a:t>
            </a:r>
          </a:p>
          <a:p>
            <a:pPr algn="ctr"/>
            <a:r>
              <a:rPr lang="en-IN" dirty="0">
                <a:solidFill>
                  <a:schemeClr val="tx1"/>
                </a:solidFill>
                <a:latin typeface="Times New Roman" panose="02020603050405020304" pitchFamily="18" charset="0"/>
                <a:cs typeface="Times New Roman" panose="02020603050405020304" pitchFamily="18" charset="0"/>
              </a:rPr>
              <a:t>Adds medicine details</a:t>
            </a:r>
          </a:p>
          <a:p>
            <a:pPr algn="ctr"/>
            <a:r>
              <a:rPr lang="en-IN" dirty="0">
                <a:solidFill>
                  <a:schemeClr val="tx1"/>
                </a:solidFill>
                <a:latin typeface="Times New Roman" panose="02020603050405020304" pitchFamily="18" charset="0"/>
                <a:cs typeface="Times New Roman" panose="02020603050405020304" pitchFamily="18" charset="0"/>
              </a:rPr>
              <a:t>🏭 </a:t>
            </a:r>
          </a:p>
        </p:txBody>
      </p:sp>
      <p:sp>
        <p:nvSpPr>
          <p:cNvPr id="7" name="Rectangle 6">
            <a:extLst>
              <a:ext uri="{FF2B5EF4-FFF2-40B4-BE49-F238E27FC236}">
                <a16:creationId xmlns:a16="http://schemas.microsoft.com/office/drawing/2014/main" id="{4381EC1C-C53A-8E6C-326E-C90C5D02E204}"/>
              </a:ext>
            </a:extLst>
          </p:cNvPr>
          <p:cNvSpPr/>
          <p:nvPr/>
        </p:nvSpPr>
        <p:spPr>
          <a:xfrm>
            <a:off x="8710927" y="4463715"/>
            <a:ext cx="2474494" cy="1632285"/>
          </a:xfrm>
          <a:prstGeom prst="rect">
            <a:avLst/>
          </a:prstGeom>
          <a:solidFill>
            <a:schemeClr val="bg1">
              <a:lumMod val="9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latin typeface="Times New Roman" panose="02020603050405020304" pitchFamily="18" charset="0"/>
                <a:cs typeface="Times New Roman" panose="02020603050405020304" pitchFamily="18" charset="0"/>
              </a:rPr>
              <a:t>Consumer</a:t>
            </a:r>
          </a:p>
          <a:p>
            <a:pPr algn="ctr"/>
            <a:r>
              <a:rPr lang="en-US" dirty="0">
                <a:solidFill>
                  <a:schemeClr val="tx1"/>
                </a:solidFill>
                <a:latin typeface="Times New Roman" panose="02020603050405020304" pitchFamily="18" charset="0"/>
                <a:cs typeface="Times New Roman" panose="02020603050405020304" pitchFamily="18" charset="0"/>
              </a:rPr>
              <a:t>Scans QR code📱 Fetches medicine authenticity details from blockchain</a:t>
            </a:r>
            <a:r>
              <a:rPr lang="en-IN" dirty="0">
                <a:solidFill>
                  <a:schemeClr val="tx1"/>
                </a:solidFill>
                <a:latin typeface="Times New Roman" panose="02020603050405020304" pitchFamily="18" charset="0"/>
                <a:cs typeface="Times New Roman" panose="02020603050405020304" pitchFamily="18" charset="0"/>
              </a:rPr>
              <a:t> </a:t>
            </a:r>
          </a:p>
        </p:txBody>
      </p:sp>
      <p:sp>
        <p:nvSpPr>
          <p:cNvPr id="8" name="Rectangle 7">
            <a:extLst>
              <a:ext uri="{FF2B5EF4-FFF2-40B4-BE49-F238E27FC236}">
                <a16:creationId xmlns:a16="http://schemas.microsoft.com/office/drawing/2014/main" id="{E226F8CD-1561-8473-99FB-1A92145C3EFB}"/>
              </a:ext>
            </a:extLst>
          </p:cNvPr>
          <p:cNvSpPr/>
          <p:nvPr/>
        </p:nvSpPr>
        <p:spPr>
          <a:xfrm>
            <a:off x="4740959" y="1880613"/>
            <a:ext cx="2277979" cy="1395663"/>
          </a:xfrm>
          <a:prstGeom prst="rect">
            <a:avLst/>
          </a:prstGeom>
          <a:solidFill>
            <a:schemeClr val="bg1">
              <a:lumMod val="9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latin typeface="Times New Roman" panose="02020603050405020304" pitchFamily="18" charset="0"/>
                <a:cs typeface="Times New Roman" panose="02020603050405020304" pitchFamily="18" charset="0"/>
              </a:rPr>
              <a:t>Blockchain Network</a:t>
            </a:r>
          </a:p>
          <a:p>
            <a:pPr algn="ctr"/>
            <a:r>
              <a:rPr lang="en-US" dirty="0">
                <a:solidFill>
                  <a:schemeClr val="tx1"/>
                </a:solidFill>
                <a:latin typeface="Times New Roman" panose="02020603050405020304" pitchFamily="18" charset="0"/>
                <a:cs typeface="Times New Roman" panose="02020603050405020304" pitchFamily="18" charset="0"/>
              </a:rPr>
              <a:t>Stores all transaction data securely 📦</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F0612EA3-95F1-9491-CC19-2DACD9790CF1}"/>
              </a:ext>
            </a:extLst>
          </p:cNvPr>
          <p:cNvSpPr/>
          <p:nvPr/>
        </p:nvSpPr>
        <p:spPr>
          <a:xfrm>
            <a:off x="8378182" y="857347"/>
            <a:ext cx="2277979" cy="1395663"/>
          </a:xfrm>
          <a:prstGeom prst="rect">
            <a:avLst/>
          </a:prstGeom>
          <a:solidFill>
            <a:schemeClr val="bg1">
              <a:lumMod val="9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latin typeface="Times New Roman" panose="02020603050405020304" pitchFamily="18" charset="0"/>
                <a:cs typeface="Times New Roman" panose="02020603050405020304" pitchFamily="18" charset="0"/>
              </a:rPr>
              <a:t>Distributor / Wholesaler</a:t>
            </a:r>
          </a:p>
          <a:p>
            <a:pPr algn="ctr"/>
            <a:r>
              <a:rPr lang="en-IN" dirty="0">
                <a:solidFill>
                  <a:schemeClr val="tx1"/>
                </a:solidFill>
                <a:latin typeface="Times New Roman" panose="02020603050405020304" pitchFamily="18" charset="0"/>
                <a:cs typeface="Times New Roman" panose="02020603050405020304" pitchFamily="18" charset="0"/>
              </a:rPr>
              <a:t>Updates shipment &amp; status 🚚</a:t>
            </a:r>
          </a:p>
        </p:txBody>
      </p:sp>
      <p:sp>
        <p:nvSpPr>
          <p:cNvPr id="10" name="Rectangle 9">
            <a:extLst>
              <a:ext uri="{FF2B5EF4-FFF2-40B4-BE49-F238E27FC236}">
                <a16:creationId xmlns:a16="http://schemas.microsoft.com/office/drawing/2014/main" id="{7360775C-BE7C-49EE-6F69-F784AED699D2}"/>
              </a:ext>
            </a:extLst>
          </p:cNvPr>
          <p:cNvSpPr/>
          <p:nvPr/>
        </p:nvSpPr>
        <p:spPr>
          <a:xfrm>
            <a:off x="8809184" y="2516557"/>
            <a:ext cx="2277979" cy="1395663"/>
          </a:xfrm>
          <a:prstGeom prst="rect">
            <a:avLst/>
          </a:prstGeom>
          <a:solidFill>
            <a:schemeClr val="bg1">
              <a:lumMod val="9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latin typeface="Times New Roman" panose="02020603050405020304" pitchFamily="18" charset="0"/>
                <a:cs typeface="Times New Roman" panose="02020603050405020304" pitchFamily="18" charset="0"/>
              </a:rPr>
              <a:t>Pharmacy </a:t>
            </a:r>
          </a:p>
          <a:p>
            <a:pPr algn="ctr"/>
            <a:r>
              <a:rPr lang="en-US" dirty="0">
                <a:solidFill>
                  <a:schemeClr val="tx1"/>
                </a:solidFill>
                <a:latin typeface="Times New Roman" panose="02020603050405020304" pitchFamily="18" charset="0"/>
                <a:cs typeface="Times New Roman" panose="02020603050405020304" pitchFamily="18" charset="0"/>
              </a:rPr>
              <a:t>Verifies medicine data from blockchain before sale 💊</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8CBA8537-52AA-F776-24DF-6D4B9F6D3927}"/>
              </a:ext>
            </a:extLst>
          </p:cNvPr>
          <p:cNvSpPr/>
          <p:nvPr/>
        </p:nvSpPr>
        <p:spPr>
          <a:xfrm>
            <a:off x="4965582" y="4555799"/>
            <a:ext cx="2474494" cy="1632285"/>
          </a:xfrm>
          <a:prstGeom prst="rect">
            <a:avLst/>
          </a:prstGeom>
          <a:solidFill>
            <a:schemeClr val="bg1">
              <a:lumMod val="9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latin typeface="Times New Roman" panose="02020603050405020304" pitchFamily="18" charset="0"/>
                <a:cs typeface="Times New Roman" panose="02020603050405020304" pitchFamily="18" charset="0"/>
              </a:rPr>
              <a:t>AI Module</a:t>
            </a:r>
          </a:p>
          <a:p>
            <a:pPr algn="ctr"/>
            <a:r>
              <a:rPr lang="en-IN" dirty="0">
                <a:solidFill>
                  <a:schemeClr val="tx1"/>
                </a:solidFill>
                <a:latin typeface="Times New Roman" panose="02020603050405020304" pitchFamily="18" charset="0"/>
                <a:cs typeface="Times New Roman" panose="02020603050405020304" pitchFamily="18" charset="0"/>
              </a:rPr>
              <a:t>Analyzes blockchain transaction patterns. Flags suspicious or fake activities 🤖</a:t>
            </a:r>
          </a:p>
        </p:txBody>
      </p:sp>
      <p:sp>
        <p:nvSpPr>
          <p:cNvPr id="12" name="Rectangle 11">
            <a:extLst>
              <a:ext uri="{FF2B5EF4-FFF2-40B4-BE49-F238E27FC236}">
                <a16:creationId xmlns:a16="http://schemas.microsoft.com/office/drawing/2014/main" id="{DA707069-7155-0380-8437-CA7635F3E6A0}"/>
              </a:ext>
            </a:extLst>
          </p:cNvPr>
          <p:cNvSpPr/>
          <p:nvPr/>
        </p:nvSpPr>
        <p:spPr>
          <a:xfrm>
            <a:off x="665489" y="4700337"/>
            <a:ext cx="3029242" cy="1395663"/>
          </a:xfrm>
          <a:prstGeom prst="rect">
            <a:avLst/>
          </a:prstGeom>
          <a:solidFill>
            <a:schemeClr val="bg1">
              <a:lumMod val="9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latin typeface="Times New Roman" panose="02020603050405020304" pitchFamily="18" charset="0"/>
                <a:cs typeface="Times New Roman" panose="02020603050405020304" pitchFamily="18" charset="0"/>
              </a:rPr>
              <a:t>Output Display</a:t>
            </a:r>
          </a:p>
          <a:p>
            <a:pPr algn="ctr"/>
            <a:r>
              <a:rPr lang="en-US" dirty="0">
                <a:solidFill>
                  <a:schemeClr val="tx1"/>
                </a:solidFill>
                <a:latin typeface="Times New Roman" panose="02020603050405020304" pitchFamily="18" charset="0"/>
                <a:cs typeface="Times New Roman" panose="02020603050405020304" pitchFamily="18" charset="0"/>
              </a:rPr>
              <a:t>✅ “Medicine Verified”</a:t>
            </a:r>
          </a:p>
          <a:p>
            <a:pPr algn="ctr"/>
            <a:r>
              <a:rPr lang="en-US" dirty="0">
                <a:solidFill>
                  <a:schemeClr val="tx1"/>
                </a:solidFill>
                <a:latin typeface="Times New Roman" panose="02020603050405020304" pitchFamily="18" charset="0"/>
                <a:cs typeface="Times New Roman" panose="02020603050405020304" pitchFamily="18" charset="0"/>
              </a:rPr>
              <a:t>⚠ “Fake / Suspicious Medicine Detected”</a:t>
            </a:r>
            <a:endParaRPr lang="en-IN" dirty="0">
              <a:solidFill>
                <a:schemeClr val="tx1"/>
              </a:solidFill>
              <a:latin typeface="Times New Roman" panose="02020603050405020304" pitchFamily="18" charset="0"/>
              <a:cs typeface="Times New Roman" panose="02020603050405020304" pitchFamily="18" charset="0"/>
            </a:endParaRPr>
          </a:p>
        </p:txBody>
      </p:sp>
      <p:cxnSp>
        <p:nvCxnSpPr>
          <p:cNvPr id="14" name="Straight Arrow Connector 13">
            <a:extLst>
              <a:ext uri="{FF2B5EF4-FFF2-40B4-BE49-F238E27FC236}">
                <a16:creationId xmlns:a16="http://schemas.microsoft.com/office/drawing/2014/main" id="{E2EE4E0D-DEFC-9DBA-482A-C555B30BBBF7}"/>
              </a:ext>
            </a:extLst>
          </p:cNvPr>
          <p:cNvCxnSpPr/>
          <p:nvPr/>
        </p:nvCxnSpPr>
        <p:spPr>
          <a:xfrm flipH="1" flipV="1">
            <a:off x="3449782" y="1995055"/>
            <a:ext cx="1059873" cy="6654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Arrow: Right 14">
            <a:extLst>
              <a:ext uri="{FF2B5EF4-FFF2-40B4-BE49-F238E27FC236}">
                <a16:creationId xmlns:a16="http://schemas.microsoft.com/office/drawing/2014/main" id="{69D70A23-8796-2579-CB89-FB9AD5360366}"/>
              </a:ext>
            </a:extLst>
          </p:cNvPr>
          <p:cNvSpPr/>
          <p:nvPr/>
        </p:nvSpPr>
        <p:spPr>
          <a:xfrm rot="12884773">
            <a:off x="3177488" y="2164705"/>
            <a:ext cx="1402773" cy="281013"/>
          </a:xfrm>
          <a:prstGeom prst="rightArrow">
            <a:avLst/>
          </a:prstGeom>
          <a:solidFill>
            <a:schemeClr val="bg1">
              <a:lumMod val="9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Arrow: Right 15">
            <a:extLst>
              <a:ext uri="{FF2B5EF4-FFF2-40B4-BE49-F238E27FC236}">
                <a16:creationId xmlns:a16="http://schemas.microsoft.com/office/drawing/2014/main" id="{16F8AFCF-8C28-A4E9-4B76-7AA0E2AB1991}"/>
              </a:ext>
            </a:extLst>
          </p:cNvPr>
          <p:cNvSpPr/>
          <p:nvPr/>
        </p:nvSpPr>
        <p:spPr>
          <a:xfrm rot="18668992">
            <a:off x="6973951" y="2297244"/>
            <a:ext cx="1402773" cy="281013"/>
          </a:xfrm>
          <a:prstGeom prst="rightArrow">
            <a:avLst/>
          </a:prstGeom>
          <a:solidFill>
            <a:schemeClr val="bg1">
              <a:lumMod val="9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Arrow: Right 16">
            <a:extLst>
              <a:ext uri="{FF2B5EF4-FFF2-40B4-BE49-F238E27FC236}">
                <a16:creationId xmlns:a16="http://schemas.microsoft.com/office/drawing/2014/main" id="{22E49E92-7A13-0308-9880-31DAA5AF1ED8}"/>
              </a:ext>
            </a:extLst>
          </p:cNvPr>
          <p:cNvSpPr/>
          <p:nvPr/>
        </p:nvSpPr>
        <p:spPr>
          <a:xfrm rot="5400000">
            <a:off x="9934075" y="4054352"/>
            <a:ext cx="295426" cy="267230"/>
          </a:xfrm>
          <a:prstGeom prst="rightArrow">
            <a:avLst/>
          </a:prstGeom>
          <a:solidFill>
            <a:schemeClr val="bg1">
              <a:lumMod val="9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Arrow: Right 17">
            <a:extLst>
              <a:ext uri="{FF2B5EF4-FFF2-40B4-BE49-F238E27FC236}">
                <a16:creationId xmlns:a16="http://schemas.microsoft.com/office/drawing/2014/main" id="{01748399-BFE1-8201-5839-F75E784FF4AC}"/>
              </a:ext>
            </a:extLst>
          </p:cNvPr>
          <p:cNvSpPr/>
          <p:nvPr/>
        </p:nvSpPr>
        <p:spPr>
          <a:xfrm rot="10800000">
            <a:off x="7708986" y="5224227"/>
            <a:ext cx="575435" cy="295427"/>
          </a:xfrm>
          <a:prstGeom prst="rightArrow">
            <a:avLst/>
          </a:prstGeom>
          <a:solidFill>
            <a:schemeClr val="bg1">
              <a:lumMod val="9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Arrow: Right 18">
            <a:extLst>
              <a:ext uri="{FF2B5EF4-FFF2-40B4-BE49-F238E27FC236}">
                <a16:creationId xmlns:a16="http://schemas.microsoft.com/office/drawing/2014/main" id="{7D6922F0-FAF9-73C6-A20D-4ECCDAD2DD77}"/>
              </a:ext>
            </a:extLst>
          </p:cNvPr>
          <p:cNvSpPr/>
          <p:nvPr/>
        </p:nvSpPr>
        <p:spPr>
          <a:xfrm rot="10800000" flipV="1">
            <a:off x="4020367" y="5197234"/>
            <a:ext cx="540507" cy="349413"/>
          </a:xfrm>
          <a:prstGeom prst="rightArrow">
            <a:avLst/>
          </a:prstGeom>
          <a:solidFill>
            <a:schemeClr val="bg1">
              <a:lumMod val="9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6093390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EA22479-F5E2-4107-7904-F66C64FF2C74}"/>
              </a:ext>
            </a:extLst>
          </p:cNvPr>
          <p:cNvSpPr>
            <a:spLocks noGrp="1"/>
          </p:cNvSpPr>
          <p:nvPr>
            <p:ph type="sldNum" sz="quarter" idx="10"/>
          </p:nvPr>
        </p:nvSpPr>
        <p:spPr>
          <a:xfrm>
            <a:off x="11734800" y="6400800"/>
            <a:ext cx="457200" cy="457200"/>
          </a:xfrm>
        </p:spPr>
        <p:txBody>
          <a:bodyPr/>
          <a:lstStyle/>
          <a:p>
            <a:fld id="{19B51A1E-902D-48AF-9020-955120F399B6}" type="slidenum">
              <a:rPr lang="en-US" smtClean="0"/>
              <a:pPr/>
              <a:t>4</a:t>
            </a:fld>
            <a:endParaRPr lang="en-US" dirty="0"/>
          </a:p>
        </p:txBody>
      </p:sp>
      <p:sp>
        <p:nvSpPr>
          <p:cNvPr id="12" name="Rectangle: Rounded Corners 11">
            <a:extLst>
              <a:ext uri="{FF2B5EF4-FFF2-40B4-BE49-F238E27FC236}">
                <a16:creationId xmlns:a16="http://schemas.microsoft.com/office/drawing/2014/main" id="{57CD531E-DEB0-0C54-DD71-FA234FFA2820}"/>
              </a:ext>
            </a:extLst>
          </p:cNvPr>
          <p:cNvSpPr/>
          <p:nvPr/>
        </p:nvSpPr>
        <p:spPr>
          <a:xfrm>
            <a:off x="530942" y="1465004"/>
            <a:ext cx="4798142" cy="5152103"/>
          </a:xfrm>
          <a:prstGeom prst="roundRect">
            <a:avLst/>
          </a:prstGeom>
          <a:solidFill>
            <a:schemeClr val="bg1">
              <a:lumMod val="9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b="1" dirty="0">
                <a:solidFill>
                  <a:schemeClr val="tx1"/>
                </a:solidFill>
                <a:latin typeface="Times New Roman" panose="02020603050405020304" pitchFamily="18" charset="0"/>
                <a:cs typeface="Times New Roman" panose="02020603050405020304" pitchFamily="18" charset="0"/>
              </a:rPr>
              <a:t>Feasibility Analysis</a:t>
            </a:r>
          </a:p>
          <a:p>
            <a:pPr>
              <a:lnSpc>
                <a:spcPct val="150000"/>
              </a:lnSpc>
            </a:pPr>
            <a:r>
              <a:rPr lang="en-US" b="1" dirty="0">
                <a:solidFill>
                  <a:schemeClr val="tx1"/>
                </a:solidFill>
                <a:latin typeface="Times New Roman" panose="02020603050405020304" pitchFamily="18" charset="0"/>
                <a:cs typeface="Times New Roman" panose="02020603050405020304" pitchFamily="18" charset="0"/>
              </a:rPr>
              <a:t>Technical Feasibility:</a:t>
            </a:r>
            <a:r>
              <a:rPr lang="en-US" dirty="0">
                <a:solidFill>
                  <a:schemeClr val="tx1"/>
                </a:solidFill>
                <a:latin typeface="Times New Roman" panose="02020603050405020304" pitchFamily="18" charset="0"/>
                <a:cs typeface="Times New Roman" panose="02020603050405020304" pitchFamily="18" charset="0"/>
              </a:rPr>
              <a:t> Uses open-source tools like Ethereum, Python, and JavaScript — easy to implement on normal laptops.</a:t>
            </a:r>
          </a:p>
          <a:p>
            <a:pPr>
              <a:lnSpc>
                <a:spcPct val="150000"/>
              </a:lnSpc>
            </a:pPr>
            <a:r>
              <a:rPr lang="en-US" b="1" dirty="0">
                <a:solidFill>
                  <a:schemeClr val="tx1"/>
                </a:solidFill>
                <a:latin typeface="Times New Roman" panose="02020603050405020304" pitchFamily="18" charset="0"/>
                <a:cs typeface="Times New Roman" panose="02020603050405020304" pitchFamily="18" charset="0"/>
              </a:rPr>
              <a:t>Operational Feasibility:</a:t>
            </a:r>
            <a:r>
              <a:rPr lang="en-US" dirty="0">
                <a:solidFill>
                  <a:schemeClr val="tx1"/>
                </a:solidFill>
                <a:latin typeface="Times New Roman" panose="02020603050405020304" pitchFamily="18" charset="0"/>
                <a:cs typeface="Times New Roman" panose="02020603050405020304" pitchFamily="18" charset="0"/>
              </a:rPr>
              <a:t> Simple interface with QR code and AI verification ensures transparency and user trust.</a:t>
            </a:r>
          </a:p>
          <a:p>
            <a:pPr>
              <a:lnSpc>
                <a:spcPct val="150000"/>
              </a:lnSpc>
            </a:pPr>
            <a:r>
              <a:rPr lang="en-US" b="1" dirty="0">
                <a:solidFill>
                  <a:schemeClr val="tx1"/>
                </a:solidFill>
                <a:latin typeface="Times New Roman" panose="02020603050405020304" pitchFamily="18" charset="0"/>
                <a:cs typeface="Times New Roman" panose="02020603050405020304" pitchFamily="18" charset="0"/>
              </a:rPr>
              <a:t>Economic Feasibility:</a:t>
            </a:r>
            <a:r>
              <a:rPr lang="en-US" dirty="0">
                <a:solidFill>
                  <a:schemeClr val="tx1"/>
                </a:solidFill>
                <a:latin typeface="Times New Roman" panose="02020603050405020304" pitchFamily="18" charset="0"/>
                <a:cs typeface="Times New Roman" panose="02020603050405020304" pitchFamily="18" charset="0"/>
              </a:rPr>
              <a:t> Low-cost project using free tools and software, suitable for student-level development.</a:t>
            </a:r>
          </a:p>
        </p:txBody>
      </p:sp>
      <p:sp>
        <p:nvSpPr>
          <p:cNvPr id="15" name="Rectangle 1">
            <a:extLst>
              <a:ext uri="{FF2B5EF4-FFF2-40B4-BE49-F238E27FC236}">
                <a16:creationId xmlns:a16="http://schemas.microsoft.com/office/drawing/2014/main" id="{A6D2D37F-FA50-057D-32D6-E8E97D3BDB5C}"/>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6" name="Rectangle 1">
            <a:extLst>
              <a:ext uri="{FF2B5EF4-FFF2-40B4-BE49-F238E27FC236}">
                <a16:creationId xmlns:a16="http://schemas.microsoft.com/office/drawing/2014/main" id="{C53A3DF5-5593-151D-F0C9-84F74DF253C1}"/>
              </a:ext>
            </a:extLst>
          </p:cNvPr>
          <p:cNvSpPr>
            <a:spLocks noChangeArrowheads="1"/>
          </p:cNvSpPr>
          <p:nvPr/>
        </p:nvSpPr>
        <p:spPr bwMode="auto">
          <a:xfrm>
            <a:off x="152400" y="-322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8" name="Rectangle 17">
            <a:extLst>
              <a:ext uri="{FF2B5EF4-FFF2-40B4-BE49-F238E27FC236}">
                <a16:creationId xmlns:a16="http://schemas.microsoft.com/office/drawing/2014/main" id="{1A7B7CD3-994F-94E2-ACD8-4BE560DC4543}"/>
              </a:ext>
            </a:extLst>
          </p:cNvPr>
          <p:cNvSpPr/>
          <p:nvPr/>
        </p:nvSpPr>
        <p:spPr>
          <a:xfrm>
            <a:off x="1818968" y="337066"/>
            <a:ext cx="7570838" cy="724818"/>
          </a:xfrm>
          <a:prstGeom prst="rect">
            <a:avLst/>
          </a:prstGeom>
          <a:solidFill>
            <a:schemeClr val="bg1">
              <a:lumMod val="9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Times New Roman" panose="02020603050405020304" pitchFamily="18" charset="0"/>
                <a:ea typeface="ＭＳ Ｐゴシック" pitchFamily="1" charset="-128"/>
                <a:cs typeface="Times New Roman" panose="02020603050405020304" pitchFamily="18" charset="0"/>
              </a:rPr>
              <a:t>FEASIBILITY AND VIABILITY</a:t>
            </a:r>
            <a:endParaRPr lang="en-IN" sz="2400" dirty="0">
              <a:solidFill>
                <a:schemeClr val="tx1"/>
              </a:solidFill>
            </a:endParaRPr>
          </a:p>
        </p:txBody>
      </p:sp>
      <p:pic>
        <p:nvPicPr>
          <p:cNvPr id="24" name="Picture 23" descr="A diagram of a blockchain network&#10;&#10;AI-generated content may be incorrect.">
            <a:extLst>
              <a:ext uri="{FF2B5EF4-FFF2-40B4-BE49-F238E27FC236}">
                <a16:creationId xmlns:a16="http://schemas.microsoft.com/office/drawing/2014/main" id="{3598BE59-3F05-E6A0-612B-A7FF1DF2C7BB}"/>
              </a:ext>
            </a:extLst>
          </p:cNvPr>
          <p:cNvPicPr>
            <a:picLocks noChangeAspect="1"/>
          </p:cNvPicPr>
          <p:nvPr/>
        </p:nvPicPr>
        <p:blipFill>
          <a:blip r:embed="rId2"/>
          <a:stretch>
            <a:fillRect/>
          </a:stretch>
        </p:blipFill>
        <p:spPr>
          <a:xfrm>
            <a:off x="5447910" y="1803666"/>
            <a:ext cx="6168064" cy="4110436"/>
          </a:xfrm>
          <a:prstGeom prst="rect">
            <a:avLst/>
          </a:prstGeom>
        </p:spPr>
      </p:pic>
    </p:spTree>
    <p:extLst>
      <p:ext uri="{BB962C8B-B14F-4D97-AF65-F5344CB8AC3E}">
        <p14:creationId xmlns:p14="http://schemas.microsoft.com/office/powerpoint/2010/main" val="33501612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B775CAD-60B4-E2CC-3451-3AB56951D128}"/>
              </a:ext>
            </a:extLst>
          </p:cNvPr>
          <p:cNvSpPr>
            <a:spLocks noGrp="1"/>
          </p:cNvSpPr>
          <p:nvPr>
            <p:ph type="sldNum" sz="quarter" idx="10"/>
          </p:nvPr>
        </p:nvSpPr>
        <p:spPr>
          <a:xfrm>
            <a:off x="11734800" y="6400800"/>
            <a:ext cx="457200" cy="457200"/>
          </a:xfrm>
        </p:spPr>
        <p:txBody>
          <a:bodyPr/>
          <a:lstStyle/>
          <a:p>
            <a:fld id="{19B51A1E-902D-48AF-9020-955120F399B6}" type="slidenum">
              <a:rPr lang="en-US" smtClean="0"/>
              <a:pPr/>
              <a:t>5</a:t>
            </a:fld>
            <a:endParaRPr lang="en-US" dirty="0"/>
          </a:p>
        </p:txBody>
      </p:sp>
      <p:sp>
        <p:nvSpPr>
          <p:cNvPr id="9" name="Rectangle: Rounded Corners 8">
            <a:extLst>
              <a:ext uri="{FF2B5EF4-FFF2-40B4-BE49-F238E27FC236}">
                <a16:creationId xmlns:a16="http://schemas.microsoft.com/office/drawing/2014/main" id="{DBC5BE67-53DA-C4DE-663C-4B676682676F}"/>
              </a:ext>
            </a:extLst>
          </p:cNvPr>
          <p:cNvSpPr/>
          <p:nvPr/>
        </p:nvSpPr>
        <p:spPr>
          <a:xfrm>
            <a:off x="570271" y="953729"/>
            <a:ext cx="5112774" cy="5447071"/>
          </a:xfrm>
          <a:prstGeom prst="roundRect">
            <a:avLst/>
          </a:prstGeom>
          <a:solidFill>
            <a:schemeClr val="bg1">
              <a:lumMod val="9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b="1" dirty="0">
                <a:solidFill>
                  <a:schemeClr val="tx1"/>
                </a:solidFill>
                <a:latin typeface="Times New Roman" panose="02020603050405020304" pitchFamily="18" charset="0"/>
                <a:cs typeface="Times New Roman" panose="02020603050405020304" pitchFamily="18" charset="0"/>
              </a:rPr>
              <a:t>Potential Challenges Integration Issues</a:t>
            </a:r>
            <a:r>
              <a:rPr lang="en-US" dirty="0">
                <a:solidFill>
                  <a:schemeClr val="tx1"/>
                </a:solidFill>
                <a:latin typeface="Times New Roman" panose="02020603050405020304" pitchFamily="18" charset="0"/>
                <a:cs typeface="Times New Roman" panose="02020603050405020304" pitchFamily="18" charset="0"/>
              </a:rPr>
              <a:t>: Connecting blockchain, AI model, and frontend smoothly may be complex.</a:t>
            </a:r>
          </a:p>
          <a:p>
            <a:pPr>
              <a:lnSpc>
                <a:spcPct val="150000"/>
              </a:lnSpc>
            </a:pPr>
            <a:r>
              <a:rPr lang="en-US" b="1" dirty="0">
                <a:solidFill>
                  <a:schemeClr val="tx1"/>
                </a:solidFill>
                <a:latin typeface="Times New Roman" panose="02020603050405020304" pitchFamily="18" charset="0"/>
                <a:cs typeface="Times New Roman" panose="02020603050405020304" pitchFamily="18" charset="0"/>
              </a:rPr>
              <a:t>Data Accuracy</a:t>
            </a:r>
            <a:r>
              <a:rPr lang="en-US" dirty="0">
                <a:solidFill>
                  <a:schemeClr val="tx1"/>
                </a:solidFill>
                <a:latin typeface="Times New Roman" panose="02020603050405020304" pitchFamily="18" charset="0"/>
                <a:cs typeface="Times New Roman" panose="02020603050405020304" pitchFamily="18" charset="0"/>
              </a:rPr>
              <a:t>: AI detection depends on quality and quantity of training data.</a:t>
            </a:r>
          </a:p>
          <a:p>
            <a:pPr>
              <a:lnSpc>
                <a:spcPct val="150000"/>
              </a:lnSpc>
            </a:pPr>
            <a:r>
              <a:rPr lang="en-US" b="1" dirty="0">
                <a:solidFill>
                  <a:schemeClr val="tx1"/>
                </a:solidFill>
                <a:latin typeface="Times New Roman" panose="02020603050405020304" pitchFamily="18" charset="0"/>
                <a:cs typeface="Times New Roman" panose="02020603050405020304" pitchFamily="18" charset="0"/>
              </a:rPr>
              <a:t>Scalability</a:t>
            </a:r>
            <a:r>
              <a:rPr lang="en-US" dirty="0">
                <a:solidFill>
                  <a:schemeClr val="tx1"/>
                </a:solidFill>
                <a:latin typeface="Times New Roman" panose="02020603050405020304" pitchFamily="18" charset="0"/>
                <a:cs typeface="Times New Roman" panose="02020603050405020304" pitchFamily="18" charset="0"/>
              </a:rPr>
              <a:t>: Handling large numbers of transactions on blockchain can be slow or costly.</a:t>
            </a:r>
          </a:p>
          <a:p>
            <a:pPr>
              <a:lnSpc>
                <a:spcPct val="150000"/>
              </a:lnSpc>
            </a:pPr>
            <a:r>
              <a:rPr lang="en-US" b="1" dirty="0">
                <a:solidFill>
                  <a:schemeClr val="tx1"/>
                </a:solidFill>
                <a:latin typeface="Times New Roman" panose="02020603050405020304" pitchFamily="18" charset="0"/>
                <a:cs typeface="Times New Roman" panose="02020603050405020304" pitchFamily="18" charset="0"/>
              </a:rPr>
              <a:t>User Adoption: </a:t>
            </a:r>
            <a:r>
              <a:rPr lang="en-US" dirty="0">
                <a:solidFill>
                  <a:schemeClr val="tx1"/>
                </a:solidFill>
                <a:latin typeface="Times New Roman" panose="02020603050405020304" pitchFamily="18" charset="0"/>
                <a:cs typeface="Times New Roman" panose="02020603050405020304" pitchFamily="18" charset="0"/>
              </a:rPr>
              <a:t>Encouraging manufacturers and pharmacies to use the system consistently.</a:t>
            </a:r>
          </a:p>
          <a:p>
            <a:pPr>
              <a:lnSpc>
                <a:spcPct val="150000"/>
              </a:lnSpc>
            </a:pPr>
            <a:r>
              <a:rPr lang="en-US" b="1" dirty="0">
                <a:solidFill>
                  <a:schemeClr val="tx1"/>
                </a:solidFill>
                <a:latin typeface="Times New Roman" panose="02020603050405020304" pitchFamily="18" charset="0"/>
                <a:cs typeface="Times New Roman" panose="02020603050405020304" pitchFamily="18" charset="0"/>
              </a:rPr>
              <a:t>Security Risks: </a:t>
            </a:r>
            <a:r>
              <a:rPr lang="en-US" dirty="0">
                <a:solidFill>
                  <a:schemeClr val="tx1"/>
                </a:solidFill>
                <a:latin typeface="Times New Roman" panose="02020603050405020304" pitchFamily="18" charset="0"/>
                <a:cs typeface="Times New Roman" panose="02020603050405020304" pitchFamily="18" charset="0"/>
              </a:rPr>
              <a:t>Protecting private keys and preventing unauthorized data access.</a:t>
            </a:r>
          </a:p>
        </p:txBody>
      </p:sp>
      <p:sp>
        <p:nvSpPr>
          <p:cNvPr id="15" name="Rectangle: Rounded Corners 14">
            <a:extLst>
              <a:ext uri="{FF2B5EF4-FFF2-40B4-BE49-F238E27FC236}">
                <a16:creationId xmlns:a16="http://schemas.microsoft.com/office/drawing/2014/main" id="{6C868B66-524A-E06C-0633-C029A1F51EC2}"/>
              </a:ext>
            </a:extLst>
          </p:cNvPr>
          <p:cNvSpPr/>
          <p:nvPr/>
        </p:nvSpPr>
        <p:spPr>
          <a:xfrm>
            <a:off x="6064045" y="953729"/>
            <a:ext cx="5289755" cy="5447070"/>
          </a:xfrm>
          <a:prstGeom prst="roundRect">
            <a:avLst/>
          </a:prstGeom>
          <a:solidFill>
            <a:schemeClr val="bg1">
              <a:lumMod val="9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b="1">
                <a:solidFill>
                  <a:schemeClr val="tx1"/>
                </a:solidFill>
                <a:latin typeface="Times New Roman" panose="02020603050405020304" pitchFamily="18" charset="0"/>
                <a:cs typeface="Times New Roman" panose="02020603050405020304" pitchFamily="18" charset="0"/>
              </a:rPr>
              <a:t>Strategies to Overcome Challenges</a:t>
            </a:r>
          </a:p>
          <a:p>
            <a:pPr marL="285750" indent="-285750">
              <a:lnSpc>
                <a:spcPct val="150000"/>
              </a:lnSpc>
              <a:buFont typeface="Arial" panose="020B0604020202020204" pitchFamily="34" charset="0"/>
              <a:buChar char="•"/>
            </a:pPr>
            <a:r>
              <a:rPr lang="en-US">
                <a:solidFill>
                  <a:schemeClr val="tx1"/>
                </a:solidFill>
                <a:latin typeface="Times New Roman" panose="02020603050405020304" pitchFamily="18" charset="0"/>
                <a:cs typeface="Times New Roman" panose="02020603050405020304" pitchFamily="18" charset="0"/>
              </a:rPr>
              <a:t>Use modular design to simplify integration of all components</a:t>
            </a:r>
          </a:p>
          <a:p>
            <a:pPr marL="285750" indent="-285750">
              <a:lnSpc>
                <a:spcPct val="150000"/>
              </a:lnSpc>
              <a:buFont typeface="Arial" panose="020B0604020202020204" pitchFamily="34" charset="0"/>
              <a:buChar char="•"/>
            </a:pPr>
            <a:r>
              <a:rPr lang="en-US">
                <a:solidFill>
                  <a:schemeClr val="tx1"/>
                </a:solidFill>
                <a:latin typeface="Times New Roman" panose="02020603050405020304" pitchFamily="18" charset="0"/>
                <a:cs typeface="Times New Roman" panose="02020603050405020304" pitchFamily="18" charset="0"/>
              </a:rPr>
              <a:t>Train AI with verified and diverse datasets</a:t>
            </a:r>
          </a:p>
          <a:p>
            <a:pPr marL="285750" indent="-285750">
              <a:lnSpc>
                <a:spcPct val="150000"/>
              </a:lnSpc>
              <a:buFont typeface="Arial" panose="020B0604020202020204" pitchFamily="34" charset="0"/>
              <a:buChar char="•"/>
            </a:pPr>
            <a:r>
              <a:rPr lang="en-US">
                <a:solidFill>
                  <a:schemeClr val="tx1"/>
                </a:solidFill>
                <a:latin typeface="Times New Roman" panose="02020603050405020304" pitchFamily="18" charset="0"/>
                <a:cs typeface="Times New Roman" panose="02020603050405020304" pitchFamily="18" charset="0"/>
              </a:rPr>
              <a:t>Use test networks or hybrid storage to reduce blockchain load</a:t>
            </a:r>
          </a:p>
          <a:p>
            <a:pPr marL="285750" indent="-285750">
              <a:lnSpc>
                <a:spcPct val="150000"/>
              </a:lnSpc>
              <a:buFont typeface="Arial" panose="020B0604020202020204" pitchFamily="34" charset="0"/>
              <a:buChar char="•"/>
            </a:pPr>
            <a:r>
              <a:rPr lang="en-US">
                <a:solidFill>
                  <a:schemeClr val="tx1"/>
                </a:solidFill>
                <a:latin typeface="Times New Roman" panose="02020603050405020304" pitchFamily="18" charset="0"/>
                <a:cs typeface="Times New Roman" panose="02020603050405020304" pitchFamily="18" charset="0"/>
              </a:rPr>
              <a:t>Implement strong encryption and secure login for data protection</a:t>
            </a:r>
          </a:p>
          <a:p>
            <a:pPr marL="285750" indent="-285750">
              <a:lnSpc>
                <a:spcPct val="150000"/>
              </a:lnSpc>
              <a:buFont typeface="Arial" panose="020B0604020202020204" pitchFamily="34" charset="0"/>
              <a:buChar char="•"/>
            </a:pPr>
            <a:r>
              <a:rPr lang="en-US">
                <a:solidFill>
                  <a:schemeClr val="tx1"/>
                </a:solidFill>
                <a:latin typeface="Times New Roman" panose="02020603050405020304" pitchFamily="18" charset="0"/>
                <a:cs typeface="Times New Roman" panose="02020603050405020304" pitchFamily="18" charset="0"/>
              </a:rPr>
              <a:t>Provide simple UI and awareness to improve user adoption</a:t>
            </a:r>
            <a:endParaRPr 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03538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50723FF-C6F9-5963-84DC-8B0FD296770E}"/>
              </a:ext>
            </a:extLst>
          </p:cNvPr>
          <p:cNvSpPr>
            <a:spLocks noGrp="1"/>
          </p:cNvSpPr>
          <p:nvPr>
            <p:ph type="sldNum" sz="quarter" idx="10"/>
          </p:nvPr>
        </p:nvSpPr>
        <p:spPr>
          <a:xfrm>
            <a:off x="11734800" y="6400800"/>
            <a:ext cx="457200" cy="457200"/>
          </a:xfrm>
        </p:spPr>
        <p:txBody>
          <a:bodyPr/>
          <a:lstStyle/>
          <a:p>
            <a:fld id="{19B51A1E-902D-48AF-9020-955120F399B6}" type="slidenum">
              <a:rPr lang="en-US" smtClean="0"/>
              <a:pPr/>
              <a:t>6</a:t>
            </a:fld>
            <a:endParaRPr lang="en-US" dirty="0"/>
          </a:p>
        </p:txBody>
      </p:sp>
      <p:sp>
        <p:nvSpPr>
          <p:cNvPr id="12" name="TextBox 11">
            <a:extLst>
              <a:ext uri="{FF2B5EF4-FFF2-40B4-BE49-F238E27FC236}">
                <a16:creationId xmlns:a16="http://schemas.microsoft.com/office/drawing/2014/main" id="{68DA8A27-04B7-E4ED-4AC5-348219BB067D}"/>
              </a:ext>
            </a:extLst>
          </p:cNvPr>
          <p:cNvSpPr txBox="1"/>
          <p:nvPr/>
        </p:nvSpPr>
        <p:spPr>
          <a:xfrm>
            <a:off x="519545" y="966354"/>
            <a:ext cx="9611591" cy="5207644"/>
          </a:xfrm>
          <a:prstGeom prst="rect">
            <a:avLst/>
          </a:prstGeom>
          <a:noFill/>
        </p:spPr>
        <p:txBody>
          <a:bodyPr wrap="square" rtlCol="0">
            <a:spAutoFit/>
          </a:bodyPr>
          <a:lstStyle/>
          <a:p>
            <a:pPr algn="just">
              <a:lnSpc>
                <a:spcPct val="150000"/>
              </a:lnSpc>
            </a:pPr>
            <a:r>
              <a:rPr lang="en-IN" sz="2400" b="1" dirty="0">
                <a:latin typeface="Times New Roman" panose="02020603050405020304" pitchFamily="18" charset="0"/>
                <a:cs typeface="Times New Roman" panose="02020603050405020304" pitchFamily="18" charset="0"/>
              </a:rPr>
              <a:t>Technical Approach</a:t>
            </a:r>
          </a:p>
          <a:p>
            <a:pPr algn="just">
              <a:lnSpc>
                <a:spcPct val="150000"/>
              </a:lnSpc>
            </a:pPr>
            <a:endParaRPr lang="en-IN" sz="2000" dirty="0">
              <a:latin typeface="Times New Roman" panose="02020603050405020304" pitchFamily="18" charset="0"/>
              <a:cs typeface="Times New Roman" panose="02020603050405020304" pitchFamily="18" charset="0"/>
            </a:endParaRPr>
          </a:p>
          <a:p>
            <a:pPr algn="just">
              <a:lnSpc>
                <a:spcPct val="150000"/>
              </a:lnSpc>
            </a:pPr>
            <a:r>
              <a:rPr lang="en-IN" sz="2000" dirty="0">
                <a:latin typeface="Times New Roman" panose="02020603050405020304" pitchFamily="18" charset="0"/>
                <a:cs typeface="Times New Roman" panose="02020603050405020304" pitchFamily="18" charset="0"/>
              </a:rPr>
              <a:t>A Blockchain-based smart contract records every medicine transaction — from manufacturer to pharmacy — ensuring transparency and traceability.</a:t>
            </a:r>
          </a:p>
          <a:p>
            <a:pPr algn="just">
              <a:lnSpc>
                <a:spcPct val="150000"/>
              </a:lnSpc>
            </a:pPr>
            <a:r>
              <a:rPr lang="en-IN" sz="2000" dirty="0">
                <a:latin typeface="Times New Roman" panose="02020603050405020304" pitchFamily="18" charset="0"/>
                <a:cs typeface="Times New Roman" panose="02020603050405020304" pitchFamily="18" charset="0"/>
              </a:rPr>
              <a:t>The frontend (HTML, JS, Web3.js) interacts with the blockchain for adding and verifying medicine details.</a:t>
            </a:r>
          </a:p>
          <a:p>
            <a:pPr algn="just">
              <a:lnSpc>
                <a:spcPct val="150000"/>
              </a:lnSpc>
            </a:pPr>
            <a:r>
              <a:rPr lang="en-IN" sz="2000" dirty="0">
                <a:latin typeface="Times New Roman" panose="02020603050405020304" pitchFamily="18" charset="0"/>
                <a:cs typeface="Times New Roman" panose="02020603050405020304" pitchFamily="18" charset="0"/>
              </a:rPr>
              <a:t>An AI module (Python) </a:t>
            </a:r>
            <a:r>
              <a:rPr lang="en-IN" sz="2000" dirty="0" err="1">
                <a:latin typeface="Times New Roman" panose="02020603050405020304" pitchFamily="18" charset="0"/>
                <a:cs typeface="Times New Roman" panose="02020603050405020304" pitchFamily="18" charset="0"/>
              </a:rPr>
              <a:t>analyzes</a:t>
            </a:r>
            <a:r>
              <a:rPr lang="en-IN" sz="2000" dirty="0">
                <a:latin typeface="Times New Roman" panose="02020603050405020304" pitchFamily="18" charset="0"/>
                <a:cs typeface="Times New Roman" panose="02020603050405020304" pitchFamily="18" charset="0"/>
              </a:rPr>
              <a:t> transaction data to detect counterfeit or abnormal patterns.</a:t>
            </a:r>
          </a:p>
          <a:p>
            <a:pPr algn="just">
              <a:lnSpc>
                <a:spcPct val="150000"/>
              </a:lnSpc>
            </a:pPr>
            <a:r>
              <a:rPr lang="en-IN" sz="2000" dirty="0">
                <a:latin typeface="Times New Roman" panose="02020603050405020304" pitchFamily="18" charset="0"/>
                <a:cs typeface="Times New Roman" panose="02020603050405020304" pitchFamily="18" charset="0"/>
              </a:rPr>
              <a:t>Each medicine gets a unique QR code linked to its blockchain record for easy customer verification.</a:t>
            </a:r>
          </a:p>
          <a:p>
            <a:pPr algn="just">
              <a:lnSpc>
                <a:spcPct val="150000"/>
              </a:lnSpc>
            </a:pPr>
            <a:r>
              <a:rPr lang="en-IN" sz="2000" dirty="0">
                <a:latin typeface="Times New Roman" panose="02020603050405020304" pitchFamily="18" charset="0"/>
                <a:cs typeface="Times New Roman" panose="02020603050405020304" pitchFamily="18" charset="0"/>
              </a:rPr>
              <a:t>All modules (Blockchain, AI, Frontend) are integrated to form a secure and intelligent medicine tracking system.</a:t>
            </a:r>
          </a:p>
        </p:txBody>
      </p:sp>
    </p:spTree>
    <p:extLst>
      <p:ext uri="{BB962C8B-B14F-4D97-AF65-F5344CB8AC3E}">
        <p14:creationId xmlns:p14="http://schemas.microsoft.com/office/powerpoint/2010/main" val="36620487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D3531FC-30B1-5F17-6B06-9AE6CF5584A4}"/>
              </a:ext>
            </a:extLst>
          </p:cNvPr>
          <p:cNvSpPr>
            <a:spLocks noGrp="1"/>
          </p:cNvSpPr>
          <p:nvPr>
            <p:ph type="title"/>
          </p:nvPr>
        </p:nvSpPr>
        <p:spPr>
          <a:xfrm>
            <a:off x="768096" y="996696"/>
            <a:ext cx="8668512" cy="2432304"/>
          </a:xfrm>
        </p:spPr>
        <p:txBody>
          <a:bodyPr/>
          <a:lstStyle/>
          <a:p>
            <a:r>
              <a:rPr lang="en-US" dirty="0"/>
              <a:t>Thank</a:t>
            </a:r>
            <a:br>
              <a:rPr lang="en-US" dirty="0"/>
            </a:br>
            <a:r>
              <a:rPr lang="en-US" dirty="0"/>
              <a:t>you</a:t>
            </a:r>
            <a:br>
              <a:rPr lang="en-US" dirty="0"/>
            </a:br>
            <a:endParaRPr lang="en-US" dirty="0"/>
          </a:p>
        </p:txBody>
      </p:sp>
    </p:spTree>
    <p:extLst>
      <p:ext uri="{BB962C8B-B14F-4D97-AF65-F5344CB8AC3E}">
        <p14:creationId xmlns:p14="http://schemas.microsoft.com/office/powerpoint/2010/main" val="4235689170"/>
      </p:ext>
    </p:extLst>
  </p:cSld>
  <p:clrMapOvr>
    <a:masterClrMapping/>
  </p:clrMapOvr>
</p:sld>
</file>

<file path=ppt/theme/theme1.xml><?xml version="1.0" encoding="utf-8"?>
<a:theme xmlns:a="http://schemas.openxmlformats.org/drawingml/2006/main" name="Custom">
  <a:themeElements>
    <a:clrScheme name="TM78453729">
      <a:dk1>
        <a:srgbClr val="000000"/>
      </a:dk1>
      <a:lt1>
        <a:srgbClr val="FFFFFF"/>
      </a:lt1>
      <a:dk2>
        <a:srgbClr val="3F3F3F"/>
      </a:dk2>
      <a:lt2>
        <a:srgbClr val="F2F2F2"/>
      </a:lt2>
      <a:accent1>
        <a:srgbClr val="00682B"/>
      </a:accent1>
      <a:accent2>
        <a:srgbClr val="EFEAE7"/>
      </a:accent2>
      <a:accent3>
        <a:srgbClr val="CD1711"/>
      </a:accent3>
      <a:accent4>
        <a:srgbClr val="651B51"/>
      </a:accent4>
      <a:accent5>
        <a:srgbClr val="2C3A2E"/>
      </a:accent5>
      <a:accent6>
        <a:srgbClr val="B6A650"/>
      </a:accent6>
      <a:hlink>
        <a:srgbClr val="029B2D"/>
      </a:hlink>
      <a:folHlink>
        <a:srgbClr val="029B2D"/>
      </a:folHlink>
    </a:clrScheme>
    <a:fontScheme name="Custom 36">
      <a:majorFont>
        <a:latin typeface="Batang"/>
        <a:ea typeface=""/>
        <a:cs typeface=""/>
      </a:majorFont>
      <a:minorFont>
        <a:latin typeface="Batang"/>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3175"/>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M78453729_win32_SD_v5" id="{5665AA9C-4EFF-4FCC-8086-4050069C15ED}" vid="{F66CC29E-A3F9-4341-8B35-47A4E87375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9" ma:contentTypeDescription="Create a new document." ma:contentTypeScope="" ma:versionID="6a914531ae0f23be31da2eba1f3b42a9">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ae00154c9e66547f022c4923f88826d6"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Props1.xml><?xml version="1.0" encoding="utf-8"?>
<ds:datastoreItem xmlns:ds="http://schemas.openxmlformats.org/officeDocument/2006/customXml" ds:itemID="{67B38E9C-53F4-45B7-BB77-8539BB7040F8}">
  <ds:schemaRefs>
    <ds:schemaRef ds:uri="http://schemas.microsoft.com/sharepoint/v3/contenttype/forms"/>
  </ds:schemaRefs>
</ds:datastoreItem>
</file>

<file path=customXml/itemProps2.xml><?xml version="1.0" encoding="utf-8"?>
<ds:datastoreItem xmlns:ds="http://schemas.openxmlformats.org/officeDocument/2006/customXml" ds:itemID="{52B7AA3F-15AC-4F4D-8050-3ECF1726136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E111B19-7283-4751-B1F8-E7CC95678A87}">
  <ds:schemaRefs>
    <ds:schemaRef ds:uri="http://purl.org/dc/elements/1.1/"/>
    <ds:schemaRef ds:uri="http://schemas.microsoft.com/office/2006/metadata/properties"/>
    <ds:schemaRef ds:uri="http://schemas.microsoft.com/office/infopath/2007/PartnerControls"/>
    <ds:schemaRef ds:uri="http://purl.org/dc/terms/"/>
    <ds:schemaRef ds:uri="http://schemas.microsoft.com/sharepoint/v3"/>
    <ds:schemaRef ds:uri="230e9df3-be65-4c73-a93b-d1236ebd677e"/>
    <ds:schemaRef ds:uri="http://schemas.microsoft.com/office/2006/documentManagement/types"/>
    <ds:schemaRef ds:uri="http://schemas.openxmlformats.org/package/2006/metadata/core-properties"/>
    <ds:schemaRef ds:uri="16c05727-aa75-4e4a-9b5f-8a80a1165891"/>
    <ds:schemaRef ds:uri="71af3243-3dd4-4a8d-8c0d-dd76da1f02a5"/>
    <ds:schemaRef ds:uri="http://www.w3.org/XML/1998/namespace"/>
    <ds:schemaRef ds:uri="http://purl.org/dc/dcmityp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Botanical pitch deck</Template>
  <TotalTime>688</TotalTime>
  <Words>545</Words>
  <Application>Microsoft Office PowerPoint</Application>
  <PresentationFormat>Widescreen</PresentationFormat>
  <Paragraphs>62</Paragraphs>
  <Slides>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Batang</vt:lpstr>
      <vt:lpstr>Arial</vt:lpstr>
      <vt:lpstr>Calibri</vt:lpstr>
      <vt:lpstr>Times</vt:lpstr>
      <vt:lpstr>Times New Roman</vt:lpstr>
      <vt:lpstr>Custom</vt:lpstr>
      <vt:lpstr>AI-Integrated Blockchain-Based medicine tracking system </vt:lpstr>
      <vt:lpstr>PowerPoint Presentation</vt:lpstr>
      <vt:lpstr>PowerPoint Presentation</vt:lpstr>
      <vt:lpstr>PowerPoint Presentation</vt:lpstr>
      <vt:lpstr>PowerPoint Presentation</vt:lpstr>
      <vt:lpstr>PowerPoint Presentation</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AI-Integrated Blockchain-Based medicine tracking system</dc:title>
  <dc:creator>geethanjalipolani@gmail.com</dc:creator>
  <cp:lastModifiedBy>Meghana Chowdary</cp:lastModifiedBy>
  <cp:revision>4</cp:revision>
  <dcterms:created xsi:type="dcterms:W3CDTF">2025-11-03T17:59:56Z</dcterms:created>
  <dcterms:modified xsi:type="dcterms:W3CDTF">2025-11-04T05:31:25Z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y fmtid="{D5CDD505-2E9C-101B-9397-08002B2CF9AE}" pid="4" name="ClassificationContentMarkingFooterLocations">
    <vt:lpwstr>Office Theme:7</vt:lpwstr>
  </property>
  <property fmtid="{D5CDD505-2E9C-101B-9397-08002B2CF9AE}" pid="5" name="ClassificationContentMarkingFooterText">
    <vt:lpwstr>Classified as Microsoft Confidential</vt:lpwstr>
  </property>
</Properties>
</file>